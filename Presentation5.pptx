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ink/ink2.xml" ContentType="application/inkml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78" r:id="rId4"/>
    <p:sldId id="277" r:id="rId5"/>
    <p:sldId id="281" r:id="rId6"/>
    <p:sldId id="279" r:id="rId7"/>
    <p:sldId id="276" r:id="rId8"/>
    <p:sldId id="280" r:id="rId9"/>
    <p:sldId id="284" r:id="rId10"/>
    <p:sldId id="272" r:id="rId11"/>
    <p:sldId id="282" r:id="rId12"/>
    <p:sldId id="283" r:id="rId13"/>
    <p:sldId id="270" r:id="rId14"/>
    <p:sldId id="26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985A776-F3E3-4DE6-B4E1-EB53AEB5CD44}">
          <p14:sldIdLst>
            <p14:sldId id="256"/>
            <p14:sldId id="265"/>
          </p14:sldIdLst>
        </p14:section>
        <p14:section name="Раздел без заголовка" id="{5DA8457F-EAF7-4D80-B287-58586E2864F6}">
          <p14:sldIdLst>
            <p14:sldId id="278"/>
            <p14:sldId id="277"/>
            <p14:sldId id="281"/>
            <p14:sldId id="279"/>
            <p14:sldId id="276"/>
            <p14:sldId id="280"/>
            <p14:sldId id="284"/>
            <p14:sldId id="272"/>
            <p14:sldId id="282"/>
            <p14:sldId id="283"/>
            <p14:sldId id="270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177F8D"/>
    <a:srgbClr val="025262"/>
    <a:srgbClr val="5C6C78"/>
    <a:srgbClr val="014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56" autoAdjust="0"/>
    <p:restoredTop sz="94715" autoAdjust="0"/>
  </p:normalViewPr>
  <p:slideViewPr>
    <p:cSldViewPr snapToGrid="0">
      <p:cViewPr varScale="1">
        <p:scale>
          <a:sx n="78" d="100"/>
          <a:sy n="78" d="100"/>
        </p:scale>
        <p:origin x="101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B82945-9827-4BF1-9226-4B6309DCE87C}" type="doc">
      <dgm:prSet loTypeId="urn:microsoft.com/office/officeart/2005/8/layout/hList9" loCatId="list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ru-RU"/>
        </a:p>
      </dgm:t>
    </dgm:pt>
    <dgm:pt modelId="{9BAD0C15-D87C-4520-930E-25389D422886}">
      <dgm:prSet phldrT="[Текст]"/>
      <dgm:spPr/>
      <dgm:t>
        <a:bodyPr/>
        <a:lstStyle/>
        <a:p>
          <a:r>
            <a:rPr lang="ru-RU" dirty="0"/>
            <a:t>Проблемы</a:t>
          </a:r>
        </a:p>
      </dgm:t>
    </dgm:pt>
    <dgm:pt modelId="{32558935-917D-4873-A01D-BFD53963B0AB}" type="parTrans" cxnId="{7352322E-8942-4A57-80F2-5737F7ABC901}">
      <dgm:prSet/>
      <dgm:spPr/>
      <dgm:t>
        <a:bodyPr/>
        <a:lstStyle/>
        <a:p>
          <a:endParaRPr lang="ru-RU"/>
        </a:p>
      </dgm:t>
    </dgm:pt>
    <dgm:pt modelId="{56AF5B82-CA45-4A77-8151-71373E4F2886}" type="sibTrans" cxnId="{7352322E-8942-4A57-80F2-5737F7ABC901}">
      <dgm:prSet/>
      <dgm:spPr/>
      <dgm:t>
        <a:bodyPr/>
        <a:lstStyle/>
        <a:p>
          <a:endParaRPr lang="ru-RU"/>
        </a:p>
      </dgm:t>
    </dgm:pt>
    <dgm:pt modelId="{EF14D0FE-A85F-4230-8DB5-3C31856657AB}" type="pres">
      <dgm:prSet presAssocID="{8AB82945-9827-4BF1-9226-4B6309DCE87C}" presName="list" presStyleCnt="0">
        <dgm:presLayoutVars>
          <dgm:dir/>
          <dgm:animLvl val="lvl"/>
        </dgm:presLayoutVars>
      </dgm:prSet>
      <dgm:spPr/>
    </dgm:pt>
    <dgm:pt modelId="{42F96D85-B7D3-4637-BA5A-588E7D4C2C07}" type="pres">
      <dgm:prSet presAssocID="{9BAD0C15-D87C-4520-930E-25389D422886}" presName="posSpace" presStyleCnt="0"/>
      <dgm:spPr/>
    </dgm:pt>
    <dgm:pt modelId="{C5256932-1119-4D27-9C32-CEC8E19E288E}" type="pres">
      <dgm:prSet presAssocID="{9BAD0C15-D87C-4520-930E-25389D422886}" presName="vertFlow" presStyleCnt="0"/>
      <dgm:spPr/>
    </dgm:pt>
    <dgm:pt modelId="{624305DB-5808-4888-B4CD-1D16461FF2DF}" type="pres">
      <dgm:prSet presAssocID="{9BAD0C15-D87C-4520-930E-25389D422886}" presName="topSpace" presStyleCnt="0"/>
      <dgm:spPr/>
    </dgm:pt>
    <dgm:pt modelId="{F31DD75A-6446-4701-B6F8-D187892AD828}" type="pres">
      <dgm:prSet presAssocID="{9BAD0C15-D87C-4520-930E-25389D422886}" presName="firstComp" presStyleCnt="0"/>
      <dgm:spPr/>
    </dgm:pt>
    <dgm:pt modelId="{ADA2F05E-3812-4CA4-9DDF-D97F795EA643}" type="pres">
      <dgm:prSet presAssocID="{9BAD0C15-D87C-4520-930E-25389D422886}" presName="firstChild" presStyleLbl="bgAccFollowNode1" presStyleIdx="0" presStyleCnt="1" custScaleX="133292" custScaleY="212418" custLinFactNeighborX="-14929" custLinFactNeighborY="-20311"/>
      <dgm:spPr>
        <a:solidFill>
          <a:schemeClr val="accent1">
            <a:lumMod val="75000"/>
            <a:alpha val="90000"/>
          </a:schemeClr>
        </a:solidFill>
      </dgm:spPr>
    </dgm:pt>
    <dgm:pt modelId="{4D723BA7-4AAD-4AD9-968A-C3DDEEAACFCB}" type="pres">
      <dgm:prSet presAssocID="{9BAD0C15-D87C-4520-930E-25389D422886}" presName="firstChildTx" presStyleLbl="bgAccFollowNode1" presStyleIdx="0" presStyleCnt="1">
        <dgm:presLayoutVars>
          <dgm:bulletEnabled val="1"/>
        </dgm:presLayoutVars>
      </dgm:prSet>
      <dgm:spPr/>
    </dgm:pt>
    <dgm:pt modelId="{A164F85D-BC90-4CE3-9215-4374866D9EAA}" type="pres">
      <dgm:prSet presAssocID="{9BAD0C15-D87C-4520-930E-25389D422886}" presName="negSpace" presStyleCnt="0"/>
      <dgm:spPr/>
    </dgm:pt>
    <dgm:pt modelId="{56B3B7E4-ADAC-4981-9122-A800E576173D}" type="pres">
      <dgm:prSet presAssocID="{9BAD0C15-D87C-4520-930E-25389D422886}" presName="circle" presStyleLbl="node1" presStyleIdx="0" presStyleCnt="1" custScaleX="64654" custScaleY="52393" custLinFactNeighborX="-48236" custLinFactNeighborY="-44"/>
      <dgm:spPr/>
    </dgm:pt>
  </dgm:ptLst>
  <dgm:cxnLst>
    <dgm:cxn modelId="{7352322E-8942-4A57-80F2-5737F7ABC901}" srcId="{8AB82945-9827-4BF1-9226-4B6309DCE87C}" destId="{9BAD0C15-D87C-4520-930E-25389D422886}" srcOrd="0" destOrd="0" parTransId="{32558935-917D-4873-A01D-BFD53963B0AB}" sibTransId="{56AF5B82-CA45-4A77-8151-71373E4F2886}"/>
    <dgm:cxn modelId="{CAA1A8A8-23A5-4CA8-8680-DF811B17B1F5}" type="presOf" srcId="{8AB82945-9827-4BF1-9226-4B6309DCE87C}" destId="{EF14D0FE-A85F-4230-8DB5-3C31856657AB}" srcOrd="0" destOrd="0" presId="urn:microsoft.com/office/officeart/2005/8/layout/hList9"/>
    <dgm:cxn modelId="{3621F1BE-A0A6-4040-895E-A185F8034784}" type="presOf" srcId="{9BAD0C15-D87C-4520-930E-25389D422886}" destId="{56B3B7E4-ADAC-4981-9122-A800E576173D}" srcOrd="0" destOrd="0" presId="urn:microsoft.com/office/officeart/2005/8/layout/hList9"/>
    <dgm:cxn modelId="{E0058AE4-5EC0-4BF0-9F0E-C5A8AAF32B18}" type="presParOf" srcId="{EF14D0FE-A85F-4230-8DB5-3C31856657AB}" destId="{42F96D85-B7D3-4637-BA5A-588E7D4C2C07}" srcOrd="0" destOrd="0" presId="urn:microsoft.com/office/officeart/2005/8/layout/hList9"/>
    <dgm:cxn modelId="{547AE47E-0007-49AB-B8CA-AAE9A3280C37}" type="presParOf" srcId="{EF14D0FE-A85F-4230-8DB5-3C31856657AB}" destId="{C5256932-1119-4D27-9C32-CEC8E19E288E}" srcOrd="1" destOrd="0" presId="urn:microsoft.com/office/officeart/2005/8/layout/hList9"/>
    <dgm:cxn modelId="{2055644C-C69D-4839-8674-9C2595C0340B}" type="presParOf" srcId="{C5256932-1119-4D27-9C32-CEC8E19E288E}" destId="{624305DB-5808-4888-B4CD-1D16461FF2DF}" srcOrd="0" destOrd="0" presId="urn:microsoft.com/office/officeart/2005/8/layout/hList9"/>
    <dgm:cxn modelId="{2EE89CF3-DB62-4E44-B0D3-B337F2FFFABB}" type="presParOf" srcId="{C5256932-1119-4D27-9C32-CEC8E19E288E}" destId="{F31DD75A-6446-4701-B6F8-D187892AD828}" srcOrd="1" destOrd="0" presId="urn:microsoft.com/office/officeart/2005/8/layout/hList9"/>
    <dgm:cxn modelId="{E4801FFB-2E3B-452D-B1FB-2ABA91322066}" type="presParOf" srcId="{F31DD75A-6446-4701-B6F8-D187892AD828}" destId="{ADA2F05E-3812-4CA4-9DDF-D97F795EA643}" srcOrd="0" destOrd="0" presId="urn:microsoft.com/office/officeart/2005/8/layout/hList9"/>
    <dgm:cxn modelId="{063D00C1-1C6B-49E7-8F81-C8F95B5865D4}" type="presParOf" srcId="{F31DD75A-6446-4701-B6F8-D187892AD828}" destId="{4D723BA7-4AAD-4AD9-968A-C3DDEEAACFCB}" srcOrd="1" destOrd="0" presId="urn:microsoft.com/office/officeart/2005/8/layout/hList9"/>
    <dgm:cxn modelId="{A4EC3725-E4D2-426D-A9DC-3439FC74EEB5}" type="presParOf" srcId="{EF14D0FE-A85F-4230-8DB5-3C31856657AB}" destId="{A164F85D-BC90-4CE3-9215-4374866D9EAA}" srcOrd="2" destOrd="0" presId="urn:microsoft.com/office/officeart/2005/8/layout/hList9"/>
    <dgm:cxn modelId="{F0CDA676-5BC8-4856-8D63-24604A9632B2}" type="presParOf" srcId="{EF14D0FE-A85F-4230-8DB5-3C31856657AB}" destId="{56B3B7E4-ADAC-4981-9122-A800E576173D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15A8E6-5791-4D79-AEA1-F41401CF96F7}" type="doc">
      <dgm:prSet loTypeId="urn:microsoft.com/office/officeart/2005/8/layout/vList2" loCatId="list" qsTypeId="urn:microsoft.com/office/officeart/2005/8/quickstyle/3d3" qsCatId="3D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B28919FA-2C43-4D25-902D-FFB0C6302073}">
      <dgm:prSet phldrT="[Текст]"/>
      <dgm:spPr/>
      <dgm:t>
        <a:bodyPr/>
        <a:lstStyle/>
        <a:p>
          <a:r>
            <a:rPr lang="ru-RU" dirty="0"/>
            <a:t>Найти какие олимпиады и где проходят по конкретному предмету</a:t>
          </a:r>
        </a:p>
      </dgm:t>
    </dgm:pt>
    <dgm:pt modelId="{BD570ABB-0C0C-420B-96CB-808FA0F36DF3}" type="parTrans" cxnId="{FD236E12-883A-447C-9F7B-A27B642CF95E}">
      <dgm:prSet/>
      <dgm:spPr/>
      <dgm:t>
        <a:bodyPr/>
        <a:lstStyle/>
        <a:p>
          <a:endParaRPr lang="ru-RU"/>
        </a:p>
      </dgm:t>
    </dgm:pt>
    <dgm:pt modelId="{FF646717-11F8-4DE8-89F5-4D44704348EC}" type="sibTrans" cxnId="{FD236E12-883A-447C-9F7B-A27B642CF95E}">
      <dgm:prSet/>
      <dgm:spPr/>
      <dgm:t>
        <a:bodyPr/>
        <a:lstStyle/>
        <a:p>
          <a:endParaRPr lang="ru-RU"/>
        </a:p>
      </dgm:t>
    </dgm:pt>
    <dgm:pt modelId="{530C9C9B-38F8-46E8-9FBD-8F1A0E3F72A0}">
      <dgm:prSet phldrT="[Текст]"/>
      <dgm:spPr/>
      <dgm:t>
        <a:bodyPr/>
        <a:lstStyle/>
        <a:p>
          <a:r>
            <a:rPr lang="ru-RU" dirty="0"/>
            <a:t>Получить ссылку на официальный сайт олимпиады</a:t>
          </a:r>
        </a:p>
      </dgm:t>
    </dgm:pt>
    <dgm:pt modelId="{4A1785A0-4438-41C3-818D-FFD9B4E24C20}" type="parTrans" cxnId="{6A5F6110-A774-4097-B139-09BD49D3B2BD}">
      <dgm:prSet/>
      <dgm:spPr/>
      <dgm:t>
        <a:bodyPr/>
        <a:lstStyle/>
        <a:p>
          <a:endParaRPr lang="ru-RU"/>
        </a:p>
      </dgm:t>
    </dgm:pt>
    <dgm:pt modelId="{F2B91CF8-A415-4473-9F4F-22A81F9944AD}" type="sibTrans" cxnId="{6A5F6110-A774-4097-B139-09BD49D3B2BD}">
      <dgm:prSet/>
      <dgm:spPr/>
      <dgm:t>
        <a:bodyPr/>
        <a:lstStyle/>
        <a:p>
          <a:endParaRPr lang="ru-RU"/>
        </a:p>
      </dgm:t>
    </dgm:pt>
    <dgm:pt modelId="{8FBF91FF-ED12-4A4F-AE07-EBD176D826AB}">
      <dgm:prSet phldrT="[Текст]"/>
      <dgm:spPr/>
      <dgm:t>
        <a:bodyPr/>
        <a:lstStyle/>
        <a:p>
          <a:r>
            <a:rPr lang="ru-RU" dirty="0"/>
            <a:t>Напомнить про олимпиаду</a:t>
          </a:r>
        </a:p>
      </dgm:t>
    </dgm:pt>
    <dgm:pt modelId="{BF2C4F83-F85C-4D16-969E-BF9C3AE0122E}" type="parTrans" cxnId="{03909BCD-B9B9-4D83-B8A5-8CFFBA8877EB}">
      <dgm:prSet/>
      <dgm:spPr/>
      <dgm:t>
        <a:bodyPr/>
        <a:lstStyle/>
        <a:p>
          <a:endParaRPr lang="ru-RU"/>
        </a:p>
      </dgm:t>
    </dgm:pt>
    <dgm:pt modelId="{762EDFEE-76CC-42EE-895F-60D188F95DED}" type="sibTrans" cxnId="{03909BCD-B9B9-4D83-B8A5-8CFFBA8877EB}">
      <dgm:prSet/>
      <dgm:spPr/>
      <dgm:t>
        <a:bodyPr/>
        <a:lstStyle/>
        <a:p>
          <a:endParaRPr lang="ru-RU"/>
        </a:p>
      </dgm:t>
    </dgm:pt>
    <dgm:pt modelId="{7E71CC91-D49F-4F7D-A165-21C2EB26CCDB}">
      <dgm:prSet phldrT="[Текст]"/>
      <dgm:spPr/>
      <dgm:t>
        <a:bodyPr/>
        <a:lstStyle/>
        <a:p>
          <a:r>
            <a:rPr lang="ru-RU" dirty="0"/>
            <a:t>Сохранить результаты участия в олимпиадах</a:t>
          </a:r>
        </a:p>
      </dgm:t>
    </dgm:pt>
    <dgm:pt modelId="{17AE5707-09A3-4197-B3BE-A2742676E633}" type="parTrans" cxnId="{BF9364AE-03CE-4F53-B5FC-199CEA797E23}">
      <dgm:prSet/>
      <dgm:spPr/>
      <dgm:t>
        <a:bodyPr/>
        <a:lstStyle/>
        <a:p>
          <a:endParaRPr lang="ru-RU"/>
        </a:p>
      </dgm:t>
    </dgm:pt>
    <dgm:pt modelId="{478B8A2A-46AD-40EB-AEAC-D2B927957191}" type="sibTrans" cxnId="{BF9364AE-03CE-4F53-B5FC-199CEA797E23}">
      <dgm:prSet/>
      <dgm:spPr/>
      <dgm:t>
        <a:bodyPr/>
        <a:lstStyle/>
        <a:p>
          <a:endParaRPr lang="ru-RU"/>
        </a:p>
      </dgm:t>
    </dgm:pt>
    <dgm:pt modelId="{605BFAD2-BC57-492D-8720-3CB86389B609}">
      <dgm:prSet phldrT="[Текст]"/>
      <dgm:spPr/>
      <dgm:t>
        <a:bodyPr/>
        <a:lstStyle/>
        <a:p>
          <a:r>
            <a:rPr lang="ru-RU" dirty="0"/>
            <a:t>Узнать в каких олимпиадах принимали участие учащиеся образовательного учреждения и их результаты</a:t>
          </a:r>
        </a:p>
      </dgm:t>
    </dgm:pt>
    <dgm:pt modelId="{9DAD30D1-0AFD-4922-9DDB-E70ED346C544}" type="parTrans" cxnId="{A5DE28B2-7098-4BB0-85EF-2AAF97AB296E}">
      <dgm:prSet/>
      <dgm:spPr/>
      <dgm:t>
        <a:bodyPr/>
        <a:lstStyle/>
        <a:p>
          <a:endParaRPr lang="ru-RU"/>
        </a:p>
      </dgm:t>
    </dgm:pt>
    <dgm:pt modelId="{5F0B5F8C-5824-4BCC-AC80-C53A564112E9}" type="sibTrans" cxnId="{A5DE28B2-7098-4BB0-85EF-2AAF97AB296E}">
      <dgm:prSet/>
      <dgm:spPr/>
      <dgm:t>
        <a:bodyPr/>
        <a:lstStyle/>
        <a:p>
          <a:endParaRPr lang="ru-RU"/>
        </a:p>
      </dgm:t>
    </dgm:pt>
    <dgm:pt modelId="{F415A883-A3F2-48F0-AC94-E1A7456837B6}">
      <dgm:prSet phldrT="[Текст]"/>
      <dgm:spPr/>
      <dgm:t>
        <a:bodyPr/>
        <a:lstStyle/>
        <a:p>
          <a:r>
            <a:rPr lang="ru-RU" dirty="0"/>
            <a:t>Составление рейтинга учащихся, классов, учреждений в школе, городе, регионе, стране по победам в олимпиадах</a:t>
          </a:r>
        </a:p>
      </dgm:t>
    </dgm:pt>
    <dgm:pt modelId="{46B3F12D-E874-4D7C-97D2-B6CC21C02A76}" type="sibTrans" cxnId="{4D5EA504-EFFB-4EB8-B3B1-E22ED1BF0D6D}">
      <dgm:prSet/>
      <dgm:spPr/>
      <dgm:t>
        <a:bodyPr/>
        <a:lstStyle/>
        <a:p>
          <a:endParaRPr lang="ru-RU"/>
        </a:p>
      </dgm:t>
    </dgm:pt>
    <dgm:pt modelId="{89582F20-914F-40EE-AE83-B36FCF2C133E}" type="parTrans" cxnId="{4D5EA504-EFFB-4EB8-B3B1-E22ED1BF0D6D}">
      <dgm:prSet/>
      <dgm:spPr/>
      <dgm:t>
        <a:bodyPr/>
        <a:lstStyle/>
        <a:p>
          <a:endParaRPr lang="ru-RU"/>
        </a:p>
      </dgm:t>
    </dgm:pt>
    <dgm:pt modelId="{1BB2ADCC-9853-49C4-86FA-1D14B30B12DD}" type="pres">
      <dgm:prSet presAssocID="{0715A8E6-5791-4D79-AEA1-F41401CF96F7}" presName="linear" presStyleCnt="0">
        <dgm:presLayoutVars>
          <dgm:animLvl val="lvl"/>
          <dgm:resizeHandles val="exact"/>
        </dgm:presLayoutVars>
      </dgm:prSet>
      <dgm:spPr/>
    </dgm:pt>
    <dgm:pt modelId="{280C284B-DA14-47FD-A6FF-33B6490F0B95}" type="pres">
      <dgm:prSet presAssocID="{B28919FA-2C43-4D25-902D-FFB0C630207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03D40E1-E403-4348-8C7A-B59F44506E1D}" type="pres">
      <dgm:prSet presAssocID="{FF646717-11F8-4DE8-89F5-4D44704348EC}" presName="spacer" presStyleCnt="0"/>
      <dgm:spPr/>
    </dgm:pt>
    <dgm:pt modelId="{D0728C4F-A79F-4AFC-A0C4-C0CD9DDD491F}" type="pres">
      <dgm:prSet presAssocID="{530C9C9B-38F8-46E8-9FBD-8F1A0E3F72A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DA3711F-A1C5-4A8E-A84C-B417934262DB}" type="pres">
      <dgm:prSet presAssocID="{F2B91CF8-A415-4473-9F4F-22A81F9944AD}" presName="spacer" presStyleCnt="0"/>
      <dgm:spPr/>
    </dgm:pt>
    <dgm:pt modelId="{096A5EE0-F47B-4480-A8BA-4328F158883D}" type="pres">
      <dgm:prSet presAssocID="{8FBF91FF-ED12-4A4F-AE07-EBD176D826A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4B990CA-258C-479C-AF50-E6BEBBF65089}" type="pres">
      <dgm:prSet presAssocID="{762EDFEE-76CC-42EE-895F-60D188F95DED}" presName="spacer" presStyleCnt="0"/>
      <dgm:spPr/>
    </dgm:pt>
    <dgm:pt modelId="{121CEC39-8827-45F8-AF06-500490D58F6D}" type="pres">
      <dgm:prSet presAssocID="{7E71CC91-D49F-4F7D-A165-21C2EB26CCD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01DAA9E-A44F-40AF-9CAA-CF7409AA5496}" type="pres">
      <dgm:prSet presAssocID="{478B8A2A-46AD-40EB-AEAC-D2B927957191}" presName="spacer" presStyleCnt="0"/>
      <dgm:spPr/>
    </dgm:pt>
    <dgm:pt modelId="{03E2951F-9E34-4BA9-B478-1CCCD9E732AA}" type="pres">
      <dgm:prSet presAssocID="{605BFAD2-BC57-492D-8720-3CB86389B60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B0C711F-D804-4026-870D-5C0C58A75427}" type="pres">
      <dgm:prSet presAssocID="{5F0B5F8C-5824-4BCC-AC80-C53A564112E9}" presName="spacer" presStyleCnt="0"/>
      <dgm:spPr/>
    </dgm:pt>
    <dgm:pt modelId="{3FB84AF9-EFE2-4DD0-9F27-23C1704CD65F}" type="pres">
      <dgm:prSet presAssocID="{F415A883-A3F2-48F0-AC94-E1A7456837B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D5EA504-EFFB-4EB8-B3B1-E22ED1BF0D6D}" srcId="{0715A8E6-5791-4D79-AEA1-F41401CF96F7}" destId="{F415A883-A3F2-48F0-AC94-E1A7456837B6}" srcOrd="5" destOrd="0" parTransId="{89582F20-914F-40EE-AE83-B36FCF2C133E}" sibTransId="{46B3F12D-E874-4D7C-97D2-B6CC21C02A76}"/>
    <dgm:cxn modelId="{AF43A405-86FD-4B9D-9470-9F981F842A1A}" type="presOf" srcId="{B28919FA-2C43-4D25-902D-FFB0C6302073}" destId="{280C284B-DA14-47FD-A6FF-33B6490F0B95}" srcOrd="0" destOrd="0" presId="urn:microsoft.com/office/officeart/2005/8/layout/vList2"/>
    <dgm:cxn modelId="{6A5F6110-A774-4097-B139-09BD49D3B2BD}" srcId="{0715A8E6-5791-4D79-AEA1-F41401CF96F7}" destId="{530C9C9B-38F8-46E8-9FBD-8F1A0E3F72A0}" srcOrd="1" destOrd="0" parTransId="{4A1785A0-4438-41C3-818D-FFD9B4E24C20}" sibTransId="{F2B91CF8-A415-4473-9F4F-22A81F9944AD}"/>
    <dgm:cxn modelId="{FD236E12-883A-447C-9F7B-A27B642CF95E}" srcId="{0715A8E6-5791-4D79-AEA1-F41401CF96F7}" destId="{B28919FA-2C43-4D25-902D-FFB0C6302073}" srcOrd="0" destOrd="0" parTransId="{BD570ABB-0C0C-420B-96CB-808FA0F36DF3}" sibTransId="{FF646717-11F8-4DE8-89F5-4D44704348EC}"/>
    <dgm:cxn modelId="{7565592E-E3E1-47BB-B82C-4CE93C9222B2}" type="presOf" srcId="{0715A8E6-5791-4D79-AEA1-F41401CF96F7}" destId="{1BB2ADCC-9853-49C4-86FA-1D14B30B12DD}" srcOrd="0" destOrd="0" presId="urn:microsoft.com/office/officeart/2005/8/layout/vList2"/>
    <dgm:cxn modelId="{EAB7365C-5C0C-4F38-8FC7-B2AB7FBC9E36}" type="presOf" srcId="{F415A883-A3F2-48F0-AC94-E1A7456837B6}" destId="{3FB84AF9-EFE2-4DD0-9F27-23C1704CD65F}" srcOrd="0" destOrd="0" presId="urn:microsoft.com/office/officeart/2005/8/layout/vList2"/>
    <dgm:cxn modelId="{529D276E-5549-42A5-82BA-54413C871B1C}" type="presOf" srcId="{7E71CC91-D49F-4F7D-A165-21C2EB26CCDB}" destId="{121CEC39-8827-45F8-AF06-500490D58F6D}" srcOrd="0" destOrd="0" presId="urn:microsoft.com/office/officeart/2005/8/layout/vList2"/>
    <dgm:cxn modelId="{C2272F76-E031-4991-BD6F-F69E4CF44AE8}" type="presOf" srcId="{8FBF91FF-ED12-4A4F-AE07-EBD176D826AB}" destId="{096A5EE0-F47B-4480-A8BA-4328F158883D}" srcOrd="0" destOrd="0" presId="urn:microsoft.com/office/officeart/2005/8/layout/vList2"/>
    <dgm:cxn modelId="{5268A7A9-4C8C-4579-AD65-C602C0087D25}" type="presOf" srcId="{530C9C9B-38F8-46E8-9FBD-8F1A0E3F72A0}" destId="{D0728C4F-A79F-4AFC-A0C4-C0CD9DDD491F}" srcOrd="0" destOrd="0" presId="urn:microsoft.com/office/officeart/2005/8/layout/vList2"/>
    <dgm:cxn modelId="{1D471DAA-8D6E-4300-813D-B65E7969EF6A}" type="presOf" srcId="{605BFAD2-BC57-492D-8720-3CB86389B609}" destId="{03E2951F-9E34-4BA9-B478-1CCCD9E732AA}" srcOrd="0" destOrd="0" presId="urn:microsoft.com/office/officeart/2005/8/layout/vList2"/>
    <dgm:cxn modelId="{BF9364AE-03CE-4F53-B5FC-199CEA797E23}" srcId="{0715A8E6-5791-4D79-AEA1-F41401CF96F7}" destId="{7E71CC91-D49F-4F7D-A165-21C2EB26CCDB}" srcOrd="3" destOrd="0" parTransId="{17AE5707-09A3-4197-B3BE-A2742676E633}" sibTransId="{478B8A2A-46AD-40EB-AEAC-D2B927957191}"/>
    <dgm:cxn modelId="{A5DE28B2-7098-4BB0-85EF-2AAF97AB296E}" srcId="{0715A8E6-5791-4D79-AEA1-F41401CF96F7}" destId="{605BFAD2-BC57-492D-8720-3CB86389B609}" srcOrd="4" destOrd="0" parTransId="{9DAD30D1-0AFD-4922-9DDB-E70ED346C544}" sibTransId="{5F0B5F8C-5824-4BCC-AC80-C53A564112E9}"/>
    <dgm:cxn modelId="{03909BCD-B9B9-4D83-B8A5-8CFFBA8877EB}" srcId="{0715A8E6-5791-4D79-AEA1-F41401CF96F7}" destId="{8FBF91FF-ED12-4A4F-AE07-EBD176D826AB}" srcOrd="2" destOrd="0" parTransId="{BF2C4F83-F85C-4D16-969E-BF9C3AE0122E}" sibTransId="{762EDFEE-76CC-42EE-895F-60D188F95DED}"/>
    <dgm:cxn modelId="{F1A56EAA-5AE8-40A9-9040-D3B0F1E0065C}" type="presParOf" srcId="{1BB2ADCC-9853-49C4-86FA-1D14B30B12DD}" destId="{280C284B-DA14-47FD-A6FF-33B6490F0B95}" srcOrd="0" destOrd="0" presId="urn:microsoft.com/office/officeart/2005/8/layout/vList2"/>
    <dgm:cxn modelId="{396DF16C-DF95-40E2-AE5C-AE13B6BA5CD0}" type="presParOf" srcId="{1BB2ADCC-9853-49C4-86FA-1D14B30B12DD}" destId="{C03D40E1-E403-4348-8C7A-B59F44506E1D}" srcOrd="1" destOrd="0" presId="urn:microsoft.com/office/officeart/2005/8/layout/vList2"/>
    <dgm:cxn modelId="{45D8E21E-0BF9-451A-A324-58BF796503F2}" type="presParOf" srcId="{1BB2ADCC-9853-49C4-86FA-1D14B30B12DD}" destId="{D0728C4F-A79F-4AFC-A0C4-C0CD9DDD491F}" srcOrd="2" destOrd="0" presId="urn:microsoft.com/office/officeart/2005/8/layout/vList2"/>
    <dgm:cxn modelId="{BEEE4B87-0BF0-4731-8495-18BE9BCF8BA0}" type="presParOf" srcId="{1BB2ADCC-9853-49C4-86FA-1D14B30B12DD}" destId="{FDA3711F-A1C5-4A8E-A84C-B417934262DB}" srcOrd="3" destOrd="0" presId="urn:microsoft.com/office/officeart/2005/8/layout/vList2"/>
    <dgm:cxn modelId="{0DBB0999-802A-4CD0-833E-BD86F25E75E8}" type="presParOf" srcId="{1BB2ADCC-9853-49C4-86FA-1D14B30B12DD}" destId="{096A5EE0-F47B-4480-A8BA-4328F158883D}" srcOrd="4" destOrd="0" presId="urn:microsoft.com/office/officeart/2005/8/layout/vList2"/>
    <dgm:cxn modelId="{10E7A851-8C7E-43C2-A55E-36EF597A9D9C}" type="presParOf" srcId="{1BB2ADCC-9853-49C4-86FA-1D14B30B12DD}" destId="{34B990CA-258C-479C-AF50-E6BEBBF65089}" srcOrd="5" destOrd="0" presId="urn:microsoft.com/office/officeart/2005/8/layout/vList2"/>
    <dgm:cxn modelId="{E191B94E-F71A-4663-91DE-371DF876F850}" type="presParOf" srcId="{1BB2ADCC-9853-49C4-86FA-1D14B30B12DD}" destId="{121CEC39-8827-45F8-AF06-500490D58F6D}" srcOrd="6" destOrd="0" presId="urn:microsoft.com/office/officeart/2005/8/layout/vList2"/>
    <dgm:cxn modelId="{C0282624-57C4-4220-8C8A-E4AC91EC34A0}" type="presParOf" srcId="{1BB2ADCC-9853-49C4-86FA-1D14B30B12DD}" destId="{701DAA9E-A44F-40AF-9CAA-CF7409AA5496}" srcOrd="7" destOrd="0" presId="urn:microsoft.com/office/officeart/2005/8/layout/vList2"/>
    <dgm:cxn modelId="{5C99C08F-941A-4355-BCFA-2C3E703D73A0}" type="presParOf" srcId="{1BB2ADCC-9853-49C4-86FA-1D14B30B12DD}" destId="{03E2951F-9E34-4BA9-B478-1CCCD9E732AA}" srcOrd="8" destOrd="0" presId="urn:microsoft.com/office/officeart/2005/8/layout/vList2"/>
    <dgm:cxn modelId="{4D6118AE-565C-49CD-8A8E-F17A6C3B9185}" type="presParOf" srcId="{1BB2ADCC-9853-49C4-86FA-1D14B30B12DD}" destId="{4B0C711F-D804-4026-870D-5C0C58A75427}" srcOrd="9" destOrd="0" presId="urn:microsoft.com/office/officeart/2005/8/layout/vList2"/>
    <dgm:cxn modelId="{04E5A218-D85D-4C4E-92E2-23540709688F}" type="presParOf" srcId="{1BB2ADCC-9853-49C4-86FA-1D14B30B12DD}" destId="{3FB84AF9-EFE2-4DD0-9F27-23C1704CD65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A09B1B-6672-4994-91D6-7A054BE26639}" type="doc">
      <dgm:prSet loTypeId="urn:microsoft.com/office/officeart/2008/layout/IncreasingCircleProcess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33302B-37A8-497E-9A8C-8EF8384B8926}">
      <dgm:prSet phldrT="[Текст]" custT="1"/>
      <dgm:spPr/>
      <dgm:t>
        <a:bodyPr/>
        <a:lstStyle/>
        <a:p>
          <a:r>
            <a:rPr lang="ru-RU" sz="2400" dirty="0">
              <a:solidFill>
                <a:schemeClr val="bg1"/>
              </a:solidFill>
            </a:rPr>
            <a:t>Предлагаемое решение</a:t>
          </a:r>
        </a:p>
      </dgm:t>
    </dgm:pt>
    <dgm:pt modelId="{6E78BACB-FDB8-4513-AF9E-422165D205C5}" type="parTrans" cxnId="{B05B4CED-A2D1-4C58-95CF-69C76F4B3163}">
      <dgm:prSet/>
      <dgm:spPr/>
      <dgm:t>
        <a:bodyPr/>
        <a:lstStyle/>
        <a:p>
          <a:endParaRPr lang="ru-RU"/>
        </a:p>
      </dgm:t>
    </dgm:pt>
    <dgm:pt modelId="{74BFB928-27FB-44FF-AA9F-CEC44A3144B4}" type="sibTrans" cxnId="{B05B4CED-A2D1-4C58-95CF-69C76F4B3163}">
      <dgm:prSet/>
      <dgm:spPr/>
      <dgm:t>
        <a:bodyPr/>
        <a:lstStyle/>
        <a:p>
          <a:endParaRPr lang="ru-RU"/>
        </a:p>
      </dgm:t>
    </dgm:pt>
    <dgm:pt modelId="{65996DEA-4449-4A45-8D5F-EFBE30103FC5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ru-RU" sz="1800" dirty="0">
              <a:solidFill>
                <a:schemeClr val="bg1"/>
              </a:solidFill>
            </a:rPr>
            <a:t>Программа «</a:t>
          </a:r>
          <a:r>
            <a:rPr lang="en-US" sz="1800" dirty="0">
              <a:solidFill>
                <a:schemeClr val="bg1"/>
              </a:solidFill>
            </a:rPr>
            <a:t>SSOR</a:t>
          </a:r>
          <a:r>
            <a:rPr lang="ru-RU" sz="1800" dirty="0">
              <a:solidFill>
                <a:schemeClr val="bg1"/>
              </a:solidFill>
            </a:rPr>
            <a:t>»</a:t>
          </a:r>
          <a:r>
            <a:rPr lang="en-US" sz="1800" dirty="0">
              <a:solidFill>
                <a:schemeClr val="bg1"/>
              </a:solidFill>
            </a:rPr>
            <a:t> </a:t>
          </a:r>
          <a:r>
            <a:rPr lang="ru-RU" sz="1800" dirty="0">
              <a:solidFill>
                <a:schemeClr val="bg1"/>
              </a:solidFill>
            </a:rPr>
            <a:t>-</a:t>
          </a:r>
        </a:p>
        <a:p>
          <a:r>
            <a:rPr lang="ru-RU" sz="1800" dirty="0">
              <a:solidFill>
                <a:schemeClr val="bg1"/>
              </a:solidFill>
            </a:rPr>
            <a:t>Автоматизированная программа поиска и хранения информации об олимпиадах </a:t>
          </a:r>
        </a:p>
        <a:p>
          <a:r>
            <a:rPr lang="ru-RU" sz="1800" b="1" dirty="0">
              <a:solidFill>
                <a:schemeClr val="bg1"/>
              </a:solidFill>
            </a:rPr>
            <a:t>Всё в одном </a:t>
          </a:r>
          <a:r>
            <a:rPr lang="ru-RU" sz="1800" dirty="0">
              <a:solidFill>
                <a:schemeClr val="bg1"/>
              </a:solidFill>
            </a:rPr>
            <a:t>источнике</a:t>
          </a:r>
        </a:p>
      </dgm:t>
    </dgm:pt>
    <dgm:pt modelId="{9C683618-851D-425C-BF02-725FE7E51876}" type="parTrans" cxnId="{5C4BC4CD-0A68-4105-B06C-F61F26547AEF}">
      <dgm:prSet/>
      <dgm:spPr/>
      <dgm:t>
        <a:bodyPr/>
        <a:lstStyle/>
        <a:p>
          <a:endParaRPr lang="ru-RU"/>
        </a:p>
      </dgm:t>
    </dgm:pt>
    <dgm:pt modelId="{EE60D82C-1F75-4E9E-8A0E-103F4401FC7C}" type="sibTrans" cxnId="{5C4BC4CD-0A68-4105-B06C-F61F26547AEF}">
      <dgm:prSet/>
      <dgm:spPr/>
      <dgm:t>
        <a:bodyPr/>
        <a:lstStyle/>
        <a:p>
          <a:endParaRPr lang="ru-RU"/>
        </a:p>
      </dgm:t>
    </dgm:pt>
    <dgm:pt modelId="{DA921A7C-B529-4A89-8CC6-6A4187557508}" type="pres">
      <dgm:prSet presAssocID="{77A09B1B-6672-4994-91D6-7A054BE26639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0F4ED538-93CC-4CA7-955C-C6679C20EE98}" type="pres">
      <dgm:prSet presAssocID="{9833302B-37A8-497E-9A8C-8EF8384B8926}" presName="composite" presStyleCnt="0"/>
      <dgm:spPr/>
    </dgm:pt>
    <dgm:pt modelId="{145B3D0A-4669-487A-8F55-72C98D59E73A}" type="pres">
      <dgm:prSet presAssocID="{9833302B-37A8-497E-9A8C-8EF8384B8926}" presName="BackAccent" presStyleLbl="bgShp" presStyleIdx="0" presStyleCnt="1"/>
      <dgm:spPr/>
    </dgm:pt>
    <dgm:pt modelId="{991DF496-1950-4D90-8246-9DE904F710A2}" type="pres">
      <dgm:prSet presAssocID="{9833302B-37A8-497E-9A8C-8EF8384B8926}" presName="Accent" presStyleLbl="alignNode1" presStyleIdx="0" presStyleCnt="1"/>
      <dgm:spPr/>
    </dgm:pt>
    <dgm:pt modelId="{180767B1-5B7E-44A9-9668-0F50EEF93F17}" type="pres">
      <dgm:prSet presAssocID="{9833302B-37A8-497E-9A8C-8EF8384B8926}" presName="Child" presStyleLbl="revTx" presStyleIdx="0" presStyleCnt="2" custScaleX="121697">
        <dgm:presLayoutVars>
          <dgm:chMax val="0"/>
          <dgm:chPref val="0"/>
          <dgm:bulletEnabled val="1"/>
        </dgm:presLayoutVars>
      </dgm:prSet>
      <dgm:spPr/>
    </dgm:pt>
    <dgm:pt modelId="{B77BD676-6F7C-4487-91AA-325D814E298D}" type="pres">
      <dgm:prSet presAssocID="{9833302B-37A8-497E-9A8C-8EF8384B8926}" presName="Parent" presStyleLbl="revTx" presStyleIdx="1" presStyleCnt="2" custScaleX="200714" custScaleY="84741" custLinFactNeighborX="77147" custLinFactNeighborY="7551">
        <dgm:presLayoutVars>
          <dgm:chMax val="1"/>
          <dgm:chPref val="1"/>
          <dgm:bulletEnabled val="1"/>
        </dgm:presLayoutVars>
      </dgm:prSet>
      <dgm:spPr/>
    </dgm:pt>
  </dgm:ptLst>
  <dgm:cxnLst>
    <dgm:cxn modelId="{5C4BC4CD-0A68-4105-B06C-F61F26547AEF}" srcId="{9833302B-37A8-497E-9A8C-8EF8384B8926}" destId="{65996DEA-4449-4A45-8D5F-EFBE30103FC5}" srcOrd="0" destOrd="0" parTransId="{9C683618-851D-425C-BF02-725FE7E51876}" sibTransId="{EE60D82C-1F75-4E9E-8A0E-103F4401FC7C}"/>
    <dgm:cxn modelId="{0AC820D1-8F25-4869-A2F6-D2F11EDADBE8}" type="presOf" srcId="{77A09B1B-6672-4994-91D6-7A054BE26639}" destId="{DA921A7C-B529-4A89-8CC6-6A4187557508}" srcOrd="0" destOrd="0" presId="urn:microsoft.com/office/officeart/2008/layout/IncreasingCircleProcess"/>
    <dgm:cxn modelId="{D7E27AD1-1566-472F-BCA9-58B13287F994}" type="presOf" srcId="{65996DEA-4449-4A45-8D5F-EFBE30103FC5}" destId="{180767B1-5B7E-44A9-9668-0F50EEF93F17}" srcOrd="0" destOrd="0" presId="urn:microsoft.com/office/officeart/2008/layout/IncreasingCircleProcess"/>
    <dgm:cxn modelId="{B05B4CED-A2D1-4C58-95CF-69C76F4B3163}" srcId="{77A09B1B-6672-4994-91D6-7A054BE26639}" destId="{9833302B-37A8-497E-9A8C-8EF8384B8926}" srcOrd="0" destOrd="0" parTransId="{6E78BACB-FDB8-4513-AF9E-422165D205C5}" sibTransId="{74BFB928-27FB-44FF-AA9F-CEC44A3144B4}"/>
    <dgm:cxn modelId="{4F90B7F3-4F56-4074-B58B-E8BC3EDDB733}" type="presOf" srcId="{9833302B-37A8-497E-9A8C-8EF8384B8926}" destId="{B77BD676-6F7C-4487-91AA-325D814E298D}" srcOrd="0" destOrd="0" presId="urn:microsoft.com/office/officeart/2008/layout/IncreasingCircleProcess"/>
    <dgm:cxn modelId="{7BD66FE5-3082-4772-A41D-E59A60B00F06}" type="presParOf" srcId="{DA921A7C-B529-4A89-8CC6-6A4187557508}" destId="{0F4ED538-93CC-4CA7-955C-C6679C20EE98}" srcOrd="0" destOrd="0" presId="urn:microsoft.com/office/officeart/2008/layout/IncreasingCircleProcess"/>
    <dgm:cxn modelId="{512E5470-3A2D-449F-872C-B6963C901C22}" type="presParOf" srcId="{0F4ED538-93CC-4CA7-955C-C6679C20EE98}" destId="{145B3D0A-4669-487A-8F55-72C98D59E73A}" srcOrd="0" destOrd="0" presId="urn:microsoft.com/office/officeart/2008/layout/IncreasingCircleProcess"/>
    <dgm:cxn modelId="{208D6C6D-9D80-4C26-A9E1-EC4DDFA3FBAC}" type="presParOf" srcId="{0F4ED538-93CC-4CA7-955C-C6679C20EE98}" destId="{991DF496-1950-4D90-8246-9DE904F710A2}" srcOrd="1" destOrd="0" presId="urn:microsoft.com/office/officeart/2008/layout/IncreasingCircleProcess"/>
    <dgm:cxn modelId="{7576409B-48DC-49D2-A5B2-32FBE0F7B4A5}" type="presParOf" srcId="{0F4ED538-93CC-4CA7-955C-C6679C20EE98}" destId="{180767B1-5B7E-44A9-9668-0F50EEF93F17}" srcOrd="2" destOrd="0" presId="urn:microsoft.com/office/officeart/2008/layout/IncreasingCircleProcess"/>
    <dgm:cxn modelId="{B2422DF2-859A-47E3-B1C4-281450D6783F}" type="presParOf" srcId="{0F4ED538-93CC-4CA7-955C-C6679C20EE98}" destId="{B77BD676-6F7C-4487-91AA-325D814E298D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A09B1B-6672-4994-91D6-7A054BE26639}" type="doc">
      <dgm:prSet loTypeId="urn:microsoft.com/office/officeart/2008/layout/IncreasingCircleProcess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833302B-37A8-497E-9A8C-8EF8384B8926}">
      <dgm:prSet phldrT="[Текст]" custT="1"/>
      <dgm:spPr/>
      <dgm:t>
        <a:bodyPr/>
        <a:lstStyle/>
        <a:p>
          <a:r>
            <a:rPr lang="ru-RU" sz="2400" dirty="0">
              <a:solidFill>
                <a:schemeClr val="bg1"/>
              </a:solidFill>
            </a:rPr>
            <a:t>Сейчас</a:t>
          </a:r>
        </a:p>
      </dgm:t>
    </dgm:pt>
    <dgm:pt modelId="{6E78BACB-FDB8-4513-AF9E-422165D205C5}" type="parTrans" cxnId="{B05B4CED-A2D1-4C58-95CF-69C76F4B3163}">
      <dgm:prSet/>
      <dgm:spPr/>
      <dgm:t>
        <a:bodyPr/>
        <a:lstStyle/>
        <a:p>
          <a:endParaRPr lang="ru-RU"/>
        </a:p>
      </dgm:t>
    </dgm:pt>
    <dgm:pt modelId="{74BFB928-27FB-44FF-AA9F-CEC44A3144B4}" type="sibTrans" cxnId="{B05B4CED-A2D1-4C58-95CF-69C76F4B3163}">
      <dgm:prSet/>
      <dgm:spPr/>
      <dgm:t>
        <a:bodyPr/>
        <a:lstStyle/>
        <a:p>
          <a:endParaRPr lang="ru-RU"/>
        </a:p>
      </dgm:t>
    </dgm:pt>
    <dgm:pt modelId="{65996DEA-4449-4A45-8D5F-EFBE30103FC5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ru-RU" sz="1800" dirty="0">
              <a:solidFill>
                <a:schemeClr val="bg1"/>
              </a:solidFill>
            </a:rPr>
            <a:t>Возможно только из разных источников, поэтому сложно и долго</a:t>
          </a:r>
        </a:p>
      </dgm:t>
    </dgm:pt>
    <dgm:pt modelId="{9C683618-851D-425C-BF02-725FE7E51876}" type="parTrans" cxnId="{5C4BC4CD-0A68-4105-B06C-F61F26547AEF}">
      <dgm:prSet/>
      <dgm:spPr/>
      <dgm:t>
        <a:bodyPr/>
        <a:lstStyle/>
        <a:p>
          <a:endParaRPr lang="ru-RU"/>
        </a:p>
      </dgm:t>
    </dgm:pt>
    <dgm:pt modelId="{EE60D82C-1F75-4E9E-8A0E-103F4401FC7C}" type="sibTrans" cxnId="{5C4BC4CD-0A68-4105-B06C-F61F26547AEF}">
      <dgm:prSet/>
      <dgm:spPr/>
      <dgm:t>
        <a:bodyPr/>
        <a:lstStyle/>
        <a:p>
          <a:endParaRPr lang="ru-RU"/>
        </a:p>
      </dgm:t>
    </dgm:pt>
    <dgm:pt modelId="{DA921A7C-B529-4A89-8CC6-6A4187557508}" type="pres">
      <dgm:prSet presAssocID="{77A09B1B-6672-4994-91D6-7A054BE26639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0F4ED538-93CC-4CA7-955C-C6679C20EE98}" type="pres">
      <dgm:prSet presAssocID="{9833302B-37A8-497E-9A8C-8EF8384B8926}" presName="composite" presStyleCnt="0"/>
      <dgm:spPr/>
    </dgm:pt>
    <dgm:pt modelId="{145B3D0A-4669-487A-8F55-72C98D59E73A}" type="pres">
      <dgm:prSet presAssocID="{9833302B-37A8-497E-9A8C-8EF8384B8926}" presName="BackAccent" presStyleLbl="bgShp" presStyleIdx="0" presStyleCnt="1"/>
      <dgm:spPr/>
    </dgm:pt>
    <dgm:pt modelId="{991DF496-1950-4D90-8246-9DE904F710A2}" type="pres">
      <dgm:prSet presAssocID="{9833302B-37A8-497E-9A8C-8EF8384B8926}" presName="Accent" presStyleLbl="alignNode1" presStyleIdx="0" presStyleCnt="1"/>
      <dgm:spPr/>
    </dgm:pt>
    <dgm:pt modelId="{180767B1-5B7E-44A9-9668-0F50EEF93F17}" type="pres">
      <dgm:prSet presAssocID="{9833302B-37A8-497E-9A8C-8EF8384B8926}" presName="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B77BD676-6F7C-4487-91AA-325D814E298D}" type="pres">
      <dgm:prSet presAssocID="{9833302B-37A8-497E-9A8C-8EF8384B8926}" presName="Parent" presStyleLbl="revTx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5C4BC4CD-0A68-4105-B06C-F61F26547AEF}" srcId="{9833302B-37A8-497E-9A8C-8EF8384B8926}" destId="{65996DEA-4449-4A45-8D5F-EFBE30103FC5}" srcOrd="0" destOrd="0" parTransId="{9C683618-851D-425C-BF02-725FE7E51876}" sibTransId="{EE60D82C-1F75-4E9E-8A0E-103F4401FC7C}"/>
    <dgm:cxn modelId="{0AC820D1-8F25-4869-A2F6-D2F11EDADBE8}" type="presOf" srcId="{77A09B1B-6672-4994-91D6-7A054BE26639}" destId="{DA921A7C-B529-4A89-8CC6-6A4187557508}" srcOrd="0" destOrd="0" presId="urn:microsoft.com/office/officeart/2008/layout/IncreasingCircleProcess"/>
    <dgm:cxn modelId="{D7E27AD1-1566-472F-BCA9-58B13287F994}" type="presOf" srcId="{65996DEA-4449-4A45-8D5F-EFBE30103FC5}" destId="{180767B1-5B7E-44A9-9668-0F50EEF93F17}" srcOrd="0" destOrd="0" presId="urn:microsoft.com/office/officeart/2008/layout/IncreasingCircleProcess"/>
    <dgm:cxn modelId="{B05B4CED-A2D1-4C58-95CF-69C76F4B3163}" srcId="{77A09B1B-6672-4994-91D6-7A054BE26639}" destId="{9833302B-37A8-497E-9A8C-8EF8384B8926}" srcOrd="0" destOrd="0" parTransId="{6E78BACB-FDB8-4513-AF9E-422165D205C5}" sibTransId="{74BFB928-27FB-44FF-AA9F-CEC44A3144B4}"/>
    <dgm:cxn modelId="{4F90B7F3-4F56-4074-B58B-E8BC3EDDB733}" type="presOf" srcId="{9833302B-37A8-497E-9A8C-8EF8384B8926}" destId="{B77BD676-6F7C-4487-91AA-325D814E298D}" srcOrd="0" destOrd="0" presId="urn:microsoft.com/office/officeart/2008/layout/IncreasingCircleProcess"/>
    <dgm:cxn modelId="{7BD66FE5-3082-4772-A41D-E59A60B00F06}" type="presParOf" srcId="{DA921A7C-B529-4A89-8CC6-6A4187557508}" destId="{0F4ED538-93CC-4CA7-955C-C6679C20EE98}" srcOrd="0" destOrd="0" presId="urn:microsoft.com/office/officeart/2008/layout/IncreasingCircleProcess"/>
    <dgm:cxn modelId="{512E5470-3A2D-449F-872C-B6963C901C22}" type="presParOf" srcId="{0F4ED538-93CC-4CA7-955C-C6679C20EE98}" destId="{145B3D0A-4669-487A-8F55-72C98D59E73A}" srcOrd="0" destOrd="0" presId="urn:microsoft.com/office/officeart/2008/layout/IncreasingCircleProcess"/>
    <dgm:cxn modelId="{208D6C6D-9D80-4C26-A9E1-EC4DDFA3FBAC}" type="presParOf" srcId="{0F4ED538-93CC-4CA7-955C-C6679C20EE98}" destId="{991DF496-1950-4D90-8246-9DE904F710A2}" srcOrd="1" destOrd="0" presId="urn:microsoft.com/office/officeart/2008/layout/IncreasingCircleProcess"/>
    <dgm:cxn modelId="{7576409B-48DC-49D2-A5B2-32FBE0F7B4A5}" type="presParOf" srcId="{0F4ED538-93CC-4CA7-955C-C6679C20EE98}" destId="{180767B1-5B7E-44A9-9668-0F50EEF93F17}" srcOrd="2" destOrd="0" presId="urn:microsoft.com/office/officeart/2008/layout/IncreasingCircleProcess"/>
    <dgm:cxn modelId="{B2422DF2-859A-47E3-B1C4-281450D6783F}" type="presParOf" srcId="{0F4ED538-93CC-4CA7-955C-C6679C20EE98}" destId="{B77BD676-6F7C-4487-91AA-325D814E298D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75100D-C25D-49FA-AF06-735D16DCE2A8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1BF5CA8-911B-467E-84C1-722A6534B577}">
      <dgm:prSet phldrT="[Текст]" custT="1"/>
      <dgm:spPr/>
      <dgm:t>
        <a:bodyPr/>
        <a:lstStyle/>
        <a:p>
          <a:pPr algn="r"/>
          <a:r>
            <a:rPr lang="ru-RU" sz="1200" b="1" dirty="0">
              <a:latin typeface="Calibri" panose="020F0502020204030204" pitchFamily="34" charset="0"/>
              <a:cs typeface="Calibri" panose="020F0502020204030204" pitchFamily="34" charset="0"/>
            </a:rPr>
            <a:t>Автоматизация поиска олимпиад</a:t>
          </a:r>
          <a:endParaRPr lang="ru-RU" sz="1200" b="1" dirty="0"/>
        </a:p>
      </dgm:t>
    </dgm:pt>
    <dgm:pt modelId="{D9C60BA4-F015-4870-B6DB-CF831EE7C9F0}" type="parTrans" cxnId="{2E9A8CE3-F984-47A6-BC3E-96311307DC05}">
      <dgm:prSet/>
      <dgm:spPr/>
      <dgm:t>
        <a:bodyPr/>
        <a:lstStyle/>
        <a:p>
          <a:endParaRPr lang="ru-RU"/>
        </a:p>
      </dgm:t>
    </dgm:pt>
    <dgm:pt modelId="{82C17382-62A1-4851-911C-0E12200BF389}" type="sibTrans" cxnId="{2E9A8CE3-F984-47A6-BC3E-96311307DC05}">
      <dgm:prSet/>
      <dgm:spPr/>
      <dgm:t>
        <a:bodyPr/>
        <a:lstStyle/>
        <a:p>
          <a:endParaRPr lang="ru-RU"/>
        </a:p>
      </dgm:t>
    </dgm:pt>
    <dgm:pt modelId="{FA2B6157-36AB-4585-B840-9C267B0984D7}">
      <dgm:prSet phldrT="[Текст]" custT="1"/>
      <dgm:spPr/>
      <dgm:t>
        <a:bodyPr/>
        <a:lstStyle/>
        <a:p>
          <a:pPr algn="r"/>
          <a:r>
            <a:rPr lang="ru-RU" sz="1200" b="1" dirty="0"/>
            <a:t>Напоминание об олимпиаде</a:t>
          </a:r>
        </a:p>
      </dgm:t>
    </dgm:pt>
    <dgm:pt modelId="{2A88D707-2ACA-42A8-A12B-AC13E527D89A}" type="parTrans" cxnId="{CFE100B5-CCB8-4A4D-BEC8-49893836EA40}">
      <dgm:prSet/>
      <dgm:spPr/>
      <dgm:t>
        <a:bodyPr/>
        <a:lstStyle/>
        <a:p>
          <a:endParaRPr lang="ru-RU"/>
        </a:p>
      </dgm:t>
    </dgm:pt>
    <dgm:pt modelId="{1F3D756C-3310-40BB-8E47-1D368CE4D01B}" type="sibTrans" cxnId="{CFE100B5-CCB8-4A4D-BEC8-49893836EA40}">
      <dgm:prSet/>
      <dgm:spPr/>
      <dgm:t>
        <a:bodyPr/>
        <a:lstStyle/>
        <a:p>
          <a:endParaRPr lang="ru-RU"/>
        </a:p>
      </dgm:t>
    </dgm:pt>
    <dgm:pt modelId="{F0725AC2-E18A-4759-90D6-9FE65D2A2A22}">
      <dgm:prSet phldrT="[Текст]" custT="1"/>
      <dgm:spPr/>
      <dgm:t>
        <a:bodyPr/>
        <a:lstStyle/>
        <a:p>
          <a:pPr algn="r"/>
          <a:r>
            <a:rPr lang="ru-RU" sz="1200" b="1" dirty="0">
              <a:latin typeface="Calibri" panose="020F0502020204030204" pitchFamily="34" charset="0"/>
              <a:cs typeface="Calibri" panose="020F0502020204030204" pitchFamily="34" charset="0"/>
            </a:rPr>
            <a:t>Получение ссылки на основной сайт олимпиады</a:t>
          </a:r>
          <a:endParaRPr lang="ru-RU" sz="1200" b="1" dirty="0"/>
        </a:p>
      </dgm:t>
    </dgm:pt>
    <dgm:pt modelId="{41AB3EE5-C3B7-4FFC-823E-07BC346330AE}" type="parTrans" cxnId="{13C9A50C-CCB0-4AC6-8DCA-05DB6A6F0695}">
      <dgm:prSet/>
      <dgm:spPr/>
      <dgm:t>
        <a:bodyPr/>
        <a:lstStyle/>
        <a:p>
          <a:endParaRPr lang="ru-RU"/>
        </a:p>
      </dgm:t>
    </dgm:pt>
    <dgm:pt modelId="{B35C765F-ECBE-4202-BE31-9D947F554462}" type="sibTrans" cxnId="{13C9A50C-CCB0-4AC6-8DCA-05DB6A6F0695}">
      <dgm:prSet/>
      <dgm:spPr/>
      <dgm:t>
        <a:bodyPr/>
        <a:lstStyle/>
        <a:p>
          <a:endParaRPr lang="ru-RU"/>
        </a:p>
      </dgm:t>
    </dgm:pt>
    <dgm:pt modelId="{5D9C94B4-CACF-4285-B6ED-E7107A03C430}">
      <dgm:prSet phldrT="[Текст]" custT="1"/>
      <dgm:spPr/>
      <dgm:t>
        <a:bodyPr/>
        <a:lstStyle/>
        <a:p>
          <a:pPr algn="r"/>
          <a:r>
            <a:rPr lang="ru-RU" sz="1200" b="1" dirty="0">
              <a:latin typeface="Calibri" panose="020F0502020204030204" pitchFamily="34" charset="0"/>
              <a:cs typeface="Calibri" panose="020F0502020204030204" pitchFamily="34" charset="0"/>
            </a:rPr>
            <a:t>Сохранение результатов олимпиад</a:t>
          </a:r>
          <a:endParaRPr lang="ru-RU" sz="1200" b="1" dirty="0"/>
        </a:p>
      </dgm:t>
    </dgm:pt>
    <dgm:pt modelId="{0C253AB6-4731-4CD9-919A-3B9D06B5D80C}" type="parTrans" cxnId="{C323483A-6698-43B7-9620-315E1BF95221}">
      <dgm:prSet/>
      <dgm:spPr/>
      <dgm:t>
        <a:bodyPr/>
        <a:lstStyle/>
        <a:p>
          <a:endParaRPr lang="ru-RU"/>
        </a:p>
      </dgm:t>
    </dgm:pt>
    <dgm:pt modelId="{D9A49DC2-D699-4B3E-8C08-8E08860ACBA3}" type="sibTrans" cxnId="{C323483A-6698-43B7-9620-315E1BF95221}">
      <dgm:prSet/>
      <dgm:spPr/>
      <dgm:t>
        <a:bodyPr/>
        <a:lstStyle/>
        <a:p>
          <a:endParaRPr lang="ru-RU"/>
        </a:p>
      </dgm:t>
    </dgm:pt>
    <dgm:pt modelId="{650E89F8-A28F-4A01-BD6F-DC49803794CA}">
      <dgm:prSet phldrT="[Текст]" custT="1"/>
      <dgm:spPr/>
      <dgm:t>
        <a:bodyPr/>
        <a:lstStyle/>
        <a:p>
          <a:pPr algn="r"/>
          <a:r>
            <a:rPr lang="ru-RU" sz="1200" b="1" dirty="0"/>
            <a:t>Рассылка уведомления о победе учащегося руководителю учебного учреждения</a:t>
          </a:r>
        </a:p>
      </dgm:t>
    </dgm:pt>
    <dgm:pt modelId="{284EB3B6-FC17-4CF8-B0E8-F266B7560F9A}" type="parTrans" cxnId="{D5311FF8-56C9-4A64-9237-3E00E605BABA}">
      <dgm:prSet/>
      <dgm:spPr/>
      <dgm:t>
        <a:bodyPr/>
        <a:lstStyle/>
        <a:p>
          <a:endParaRPr lang="ru-RU"/>
        </a:p>
      </dgm:t>
    </dgm:pt>
    <dgm:pt modelId="{92E6D5B7-1D47-448E-9584-28E8922BC078}" type="sibTrans" cxnId="{D5311FF8-56C9-4A64-9237-3E00E605BABA}">
      <dgm:prSet/>
      <dgm:spPr/>
      <dgm:t>
        <a:bodyPr/>
        <a:lstStyle/>
        <a:p>
          <a:endParaRPr lang="ru-RU"/>
        </a:p>
      </dgm:t>
    </dgm:pt>
    <dgm:pt modelId="{AE055380-AD44-41EA-954B-424137C34A73}">
      <dgm:prSet phldrT="[Текст]" custT="1"/>
      <dgm:spPr/>
      <dgm:t>
        <a:bodyPr/>
        <a:lstStyle/>
        <a:p>
          <a:pPr algn="r"/>
          <a:r>
            <a:rPr lang="ru-RU" sz="1200">
              <a:latin typeface="Calibri" panose="020F0502020204030204" pitchFamily="34" charset="0"/>
              <a:cs typeface="Calibri" panose="020F0502020204030204" pitchFamily="34" charset="0"/>
            </a:rPr>
            <a:t>Развитие инфраструктуры и программ</a:t>
          </a:r>
          <a:endParaRPr lang="ru-RU" sz="1200" b="1" dirty="0"/>
        </a:p>
      </dgm:t>
    </dgm:pt>
    <dgm:pt modelId="{AF18AEE3-2B86-4C40-9212-A22F6627E6F3}" type="parTrans" cxnId="{28E93C54-73E3-4397-8407-B2CF6239F67A}">
      <dgm:prSet/>
      <dgm:spPr/>
      <dgm:t>
        <a:bodyPr/>
        <a:lstStyle/>
        <a:p>
          <a:endParaRPr lang="ru-RU"/>
        </a:p>
      </dgm:t>
    </dgm:pt>
    <dgm:pt modelId="{A6F5A475-4529-4607-A52C-64E0DB84B5CD}" type="sibTrans" cxnId="{28E93C54-73E3-4397-8407-B2CF6239F67A}">
      <dgm:prSet/>
      <dgm:spPr/>
      <dgm:t>
        <a:bodyPr/>
        <a:lstStyle/>
        <a:p>
          <a:endParaRPr lang="ru-RU"/>
        </a:p>
      </dgm:t>
    </dgm:pt>
    <dgm:pt modelId="{8704D41A-AD2B-477E-8B65-9BB3EBC7C29B}" type="pres">
      <dgm:prSet presAssocID="{F975100D-C25D-49FA-AF06-735D16DCE2A8}" presName="Name0" presStyleCnt="0">
        <dgm:presLayoutVars>
          <dgm:chMax val="7"/>
          <dgm:chPref val="7"/>
          <dgm:dir/>
        </dgm:presLayoutVars>
      </dgm:prSet>
      <dgm:spPr/>
    </dgm:pt>
    <dgm:pt modelId="{15EDF00A-1523-464E-B898-C11CD0F7F3A0}" type="pres">
      <dgm:prSet presAssocID="{F975100D-C25D-49FA-AF06-735D16DCE2A8}" presName="Name1" presStyleCnt="0"/>
      <dgm:spPr/>
    </dgm:pt>
    <dgm:pt modelId="{3349B129-4E92-4383-A4CC-64D247C9EDB9}" type="pres">
      <dgm:prSet presAssocID="{F975100D-C25D-49FA-AF06-735D16DCE2A8}" presName="cycle" presStyleCnt="0"/>
      <dgm:spPr/>
    </dgm:pt>
    <dgm:pt modelId="{9D32F2BF-6DE3-4998-94FD-B8435F6639CE}" type="pres">
      <dgm:prSet presAssocID="{F975100D-C25D-49FA-AF06-735D16DCE2A8}" presName="srcNode" presStyleLbl="node1" presStyleIdx="0" presStyleCnt="6"/>
      <dgm:spPr/>
    </dgm:pt>
    <dgm:pt modelId="{E86C6DC3-D8B6-4EB1-A15A-0C7AC0A48FE5}" type="pres">
      <dgm:prSet presAssocID="{F975100D-C25D-49FA-AF06-735D16DCE2A8}" presName="conn" presStyleLbl="parChTrans1D2" presStyleIdx="0" presStyleCnt="1"/>
      <dgm:spPr/>
    </dgm:pt>
    <dgm:pt modelId="{1225ABA5-657B-49CF-84B7-79813EA13C5E}" type="pres">
      <dgm:prSet presAssocID="{F975100D-C25D-49FA-AF06-735D16DCE2A8}" presName="extraNode" presStyleLbl="node1" presStyleIdx="0" presStyleCnt="6"/>
      <dgm:spPr/>
    </dgm:pt>
    <dgm:pt modelId="{086BEF30-A440-4873-8C70-869E3BE838D8}" type="pres">
      <dgm:prSet presAssocID="{F975100D-C25D-49FA-AF06-735D16DCE2A8}" presName="dstNode" presStyleLbl="node1" presStyleIdx="0" presStyleCnt="6"/>
      <dgm:spPr/>
    </dgm:pt>
    <dgm:pt modelId="{448F7454-923C-4DC1-8372-A56D9D0AEAF0}" type="pres">
      <dgm:prSet presAssocID="{31BF5CA8-911B-467E-84C1-722A6534B577}" presName="text_1" presStyleLbl="node1" presStyleIdx="0" presStyleCnt="6">
        <dgm:presLayoutVars>
          <dgm:bulletEnabled val="1"/>
        </dgm:presLayoutVars>
      </dgm:prSet>
      <dgm:spPr/>
    </dgm:pt>
    <dgm:pt modelId="{E46D5CAF-3C12-4698-A61B-1D3058B62F33}" type="pres">
      <dgm:prSet presAssocID="{31BF5CA8-911B-467E-84C1-722A6534B577}" presName="accent_1" presStyleCnt="0"/>
      <dgm:spPr/>
    </dgm:pt>
    <dgm:pt modelId="{CC8167EC-93AD-42EB-A90B-AB8944FFAD5E}" type="pres">
      <dgm:prSet presAssocID="{31BF5CA8-911B-467E-84C1-722A6534B577}" presName="accentRepeatNode" presStyleLbl="solidFgAcc1" presStyleIdx="0" presStyleCnt="6"/>
      <dgm:spPr/>
    </dgm:pt>
    <dgm:pt modelId="{30CDC099-31F2-49E9-ABBF-6C97A63744E8}" type="pres">
      <dgm:prSet presAssocID="{FA2B6157-36AB-4585-B840-9C267B0984D7}" presName="text_2" presStyleLbl="node1" presStyleIdx="1" presStyleCnt="6">
        <dgm:presLayoutVars>
          <dgm:bulletEnabled val="1"/>
        </dgm:presLayoutVars>
      </dgm:prSet>
      <dgm:spPr/>
    </dgm:pt>
    <dgm:pt modelId="{DE447F49-15F2-43CD-A3F8-A9471E53F727}" type="pres">
      <dgm:prSet presAssocID="{FA2B6157-36AB-4585-B840-9C267B0984D7}" presName="accent_2" presStyleCnt="0"/>
      <dgm:spPr/>
    </dgm:pt>
    <dgm:pt modelId="{BFDCBE28-BB62-40E4-8E4F-7E6236D45AE5}" type="pres">
      <dgm:prSet presAssocID="{FA2B6157-36AB-4585-B840-9C267B0984D7}" presName="accentRepeatNode" presStyleLbl="solidFgAcc1" presStyleIdx="1" presStyleCnt="6"/>
      <dgm:spPr/>
    </dgm:pt>
    <dgm:pt modelId="{19B83250-2B04-41A8-B447-11A22D323FD1}" type="pres">
      <dgm:prSet presAssocID="{F0725AC2-E18A-4759-90D6-9FE65D2A2A22}" presName="text_3" presStyleLbl="node1" presStyleIdx="2" presStyleCnt="6">
        <dgm:presLayoutVars>
          <dgm:bulletEnabled val="1"/>
        </dgm:presLayoutVars>
      </dgm:prSet>
      <dgm:spPr/>
    </dgm:pt>
    <dgm:pt modelId="{A8089AFC-5731-47FE-9FCF-475950CDFD02}" type="pres">
      <dgm:prSet presAssocID="{F0725AC2-E18A-4759-90D6-9FE65D2A2A22}" presName="accent_3" presStyleCnt="0"/>
      <dgm:spPr/>
    </dgm:pt>
    <dgm:pt modelId="{8B9195D9-6B3F-4315-A647-AAE61069FFB3}" type="pres">
      <dgm:prSet presAssocID="{F0725AC2-E18A-4759-90D6-9FE65D2A2A22}" presName="accentRepeatNode" presStyleLbl="solidFgAcc1" presStyleIdx="2" presStyleCnt="6"/>
      <dgm:spPr/>
    </dgm:pt>
    <dgm:pt modelId="{270A3EDA-FE04-4826-8A75-2BA82D2CB94C}" type="pres">
      <dgm:prSet presAssocID="{5D9C94B4-CACF-4285-B6ED-E7107A03C430}" presName="text_4" presStyleLbl="node1" presStyleIdx="3" presStyleCnt="6">
        <dgm:presLayoutVars>
          <dgm:bulletEnabled val="1"/>
        </dgm:presLayoutVars>
      </dgm:prSet>
      <dgm:spPr/>
    </dgm:pt>
    <dgm:pt modelId="{5E09E79A-A088-40E6-9A54-367D6C413BBC}" type="pres">
      <dgm:prSet presAssocID="{5D9C94B4-CACF-4285-B6ED-E7107A03C430}" presName="accent_4" presStyleCnt="0"/>
      <dgm:spPr/>
    </dgm:pt>
    <dgm:pt modelId="{34E6B435-8F89-46C1-B3E0-8D9772C995FC}" type="pres">
      <dgm:prSet presAssocID="{5D9C94B4-CACF-4285-B6ED-E7107A03C430}" presName="accentRepeatNode" presStyleLbl="solidFgAcc1" presStyleIdx="3" presStyleCnt="6"/>
      <dgm:spPr/>
    </dgm:pt>
    <dgm:pt modelId="{3794D05D-FBB6-410E-A0F2-697487622823}" type="pres">
      <dgm:prSet presAssocID="{650E89F8-A28F-4A01-BD6F-DC49803794CA}" presName="text_5" presStyleLbl="node1" presStyleIdx="4" presStyleCnt="6">
        <dgm:presLayoutVars>
          <dgm:bulletEnabled val="1"/>
        </dgm:presLayoutVars>
      </dgm:prSet>
      <dgm:spPr/>
    </dgm:pt>
    <dgm:pt modelId="{E6BEB022-0A2A-4787-8E1C-7AE64BEE4EB5}" type="pres">
      <dgm:prSet presAssocID="{650E89F8-A28F-4A01-BD6F-DC49803794CA}" presName="accent_5" presStyleCnt="0"/>
      <dgm:spPr/>
    </dgm:pt>
    <dgm:pt modelId="{92CCB9DF-AFB3-4FF8-9F45-6D0A8C283F28}" type="pres">
      <dgm:prSet presAssocID="{650E89F8-A28F-4A01-BD6F-DC49803794CA}" presName="accentRepeatNode" presStyleLbl="solidFgAcc1" presStyleIdx="4" presStyleCnt="6"/>
      <dgm:spPr/>
    </dgm:pt>
    <dgm:pt modelId="{6D72C559-62C9-40CA-886A-24F271DF0DEF}" type="pres">
      <dgm:prSet presAssocID="{AE055380-AD44-41EA-954B-424137C34A73}" presName="text_6" presStyleLbl="node1" presStyleIdx="5" presStyleCnt="6">
        <dgm:presLayoutVars>
          <dgm:bulletEnabled val="1"/>
        </dgm:presLayoutVars>
      </dgm:prSet>
      <dgm:spPr/>
    </dgm:pt>
    <dgm:pt modelId="{17A6929A-0F71-4CB9-9268-B9DB85D187D9}" type="pres">
      <dgm:prSet presAssocID="{AE055380-AD44-41EA-954B-424137C34A73}" presName="accent_6" presStyleCnt="0"/>
      <dgm:spPr/>
    </dgm:pt>
    <dgm:pt modelId="{C6E576CC-90DC-48E7-8E6C-2E70F9EE75BF}" type="pres">
      <dgm:prSet presAssocID="{AE055380-AD44-41EA-954B-424137C34A73}" presName="accentRepeatNode" presStyleLbl="solidFgAcc1" presStyleIdx="5" presStyleCnt="6"/>
      <dgm:spPr/>
    </dgm:pt>
  </dgm:ptLst>
  <dgm:cxnLst>
    <dgm:cxn modelId="{13C9A50C-CCB0-4AC6-8DCA-05DB6A6F0695}" srcId="{F975100D-C25D-49FA-AF06-735D16DCE2A8}" destId="{F0725AC2-E18A-4759-90D6-9FE65D2A2A22}" srcOrd="2" destOrd="0" parTransId="{41AB3EE5-C3B7-4FFC-823E-07BC346330AE}" sibTransId="{B35C765F-ECBE-4202-BE31-9D947F554462}"/>
    <dgm:cxn modelId="{AD92610D-7B77-4875-A905-DC3A6276FC27}" type="presOf" srcId="{F975100D-C25D-49FA-AF06-735D16DCE2A8}" destId="{8704D41A-AD2B-477E-8B65-9BB3EBC7C29B}" srcOrd="0" destOrd="0" presId="urn:microsoft.com/office/officeart/2008/layout/VerticalCurvedList"/>
    <dgm:cxn modelId="{C323483A-6698-43B7-9620-315E1BF95221}" srcId="{F975100D-C25D-49FA-AF06-735D16DCE2A8}" destId="{5D9C94B4-CACF-4285-B6ED-E7107A03C430}" srcOrd="3" destOrd="0" parTransId="{0C253AB6-4731-4CD9-919A-3B9D06B5D80C}" sibTransId="{D9A49DC2-D699-4B3E-8C08-8E08860ACBA3}"/>
    <dgm:cxn modelId="{8F8D4A63-9521-4605-823F-D439B306A406}" type="presOf" srcId="{AE055380-AD44-41EA-954B-424137C34A73}" destId="{6D72C559-62C9-40CA-886A-24F271DF0DEF}" srcOrd="0" destOrd="0" presId="urn:microsoft.com/office/officeart/2008/layout/VerticalCurvedList"/>
    <dgm:cxn modelId="{F5B5FC4A-E112-417A-B849-086EA206A7EA}" type="presOf" srcId="{5D9C94B4-CACF-4285-B6ED-E7107A03C430}" destId="{270A3EDA-FE04-4826-8A75-2BA82D2CB94C}" srcOrd="0" destOrd="0" presId="urn:microsoft.com/office/officeart/2008/layout/VerticalCurvedList"/>
    <dgm:cxn modelId="{7557B850-499C-4621-B655-C5401DE52E79}" type="presOf" srcId="{F0725AC2-E18A-4759-90D6-9FE65D2A2A22}" destId="{19B83250-2B04-41A8-B447-11A22D323FD1}" srcOrd="0" destOrd="0" presId="urn:microsoft.com/office/officeart/2008/layout/VerticalCurvedList"/>
    <dgm:cxn modelId="{28E93C54-73E3-4397-8407-B2CF6239F67A}" srcId="{F975100D-C25D-49FA-AF06-735D16DCE2A8}" destId="{AE055380-AD44-41EA-954B-424137C34A73}" srcOrd="5" destOrd="0" parTransId="{AF18AEE3-2B86-4C40-9212-A22F6627E6F3}" sibTransId="{A6F5A475-4529-4607-A52C-64E0DB84B5CD}"/>
    <dgm:cxn modelId="{27828F92-A7FA-4CB8-A154-E7CC3C116485}" type="presOf" srcId="{31BF5CA8-911B-467E-84C1-722A6534B577}" destId="{448F7454-923C-4DC1-8372-A56D9D0AEAF0}" srcOrd="0" destOrd="0" presId="urn:microsoft.com/office/officeart/2008/layout/VerticalCurvedList"/>
    <dgm:cxn modelId="{AE6DEAA3-FDF8-4CE4-BBC7-D1FA96625F53}" type="presOf" srcId="{82C17382-62A1-4851-911C-0E12200BF389}" destId="{E86C6DC3-D8B6-4EB1-A15A-0C7AC0A48FE5}" srcOrd="0" destOrd="0" presId="urn:microsoft.com/office/officeart/2008/layout/VerticalCurvedList"/>
    <dgm:cxn modelId="{CFE100B5-CCB8-4A4D-BEC8-49893836EA40}" srcId="{F975100D-C25D-49FA-AF06-735D16DCE2A8}" destId="{FA2B6157-36AB-4585-B840-9C267B0984D7}" srcOrd="1" destOrd="0" parTransId="{2A88D707-2ACA-42A8-A12B-AC13E527D89A}" sibTransId="{1F3D756C-3310-40BB-8E47-1D368CE4D01B}"/>
    <dgm:cxn modelId="{8B9A4CD5-02ED-443E-84E9-29ECB9511389}" type="presOf" srcId="{650E89F8-A28F-4A01-BD6F-DC49803794CA}" destId="{3794D05D-FBB6-410E-A0F2-697487622823}" srcOrd="0" destOrd="0" presId="urn:microsoft.com/office/officeart/2008/layout/VerticalCurvedList"/>
    <dgm:cxn modelId="{3CCD04E0-DF2C-4FE1-85C2-19CC56CE2886}" type="presOf" srcId="{FA2B6157-36AB-4585-B840-9C267B0984D7}" destId="{30CDC099-31F2-49E9-ABBF-6C97A63744E8}" srcOrd="0" destOrd="0" presId="urn:microsoft.com/office/officeart/2008/layout/VerticalCurvedList"/>
    <dgm:cxn modelId="{2E9A8CE3-F984-47A6-BC3E-96311307DC05}" srcId="{F975100D-C25D-49FA-AF06-735D16DCE2A8}" destId="{31BF5CA8-911B-467E-84C1-722A6534B577}" srcOrd="0" destOrd="0" parTransId="{D9C60BA4-F015-4870-B6DB-CF831EE7C9F0}" sibTransId="{82C17382-62A1-4851-911C-0E12200BF389}"/>
    <dgm:cxn modelId="{D5311FF8-56C9-4A64-9237-3E00E605BABA}" srcId="{F975100D-C25D-49FA-AF06-735D16DCE2A8}" destId="{650E89F8-A28F-4A01-BD6F-DC49803794CA}" srcOrd="4" destOrd="0" parTransId="{284EB3B6-FC17-4CF8-B0E8-F266B7560F9A}" sibTransId="{92E6D5B7-1D47-448E-9584-28E8922BC078}"/>
    <dgm:cxn modelId="{4606BD58-C9C4-4ABA-AE09-11B4E2BA8646}" type="presParOf" srcId="{8704D41A-AD2B-477E-8B65-9BB3EBC7C29B}" destId="{15EDF00A-1523-464E-B898-C11CD0F7F3A0}" srcOrd="0" destOrd="0" presId="urn:microsoft.com/office/officeart/2008/layout/VerticalCurvedList"/>
    <dgm:cxn modelId="{195C4196-53D4-44A7-9EE9-EC546B05F214}" type="presParOf" srcId="{15EDF00A-1523-464E-B898-C11CD0F7F3A0}" destId="{3349B129-4E92-4383-A4CC-64D247C9EDB9}" srcOrd="0" destOrd="0" presId="urn:microsoft.com/office/officeart/2008/layout/VerticalCurvedList"/>
    <dgm:cxn modelId="{4D11D50E-8543-4E9F-81CA-FD3BEE5A1BA3}" type="presParOf" srcId="{3349B129-4E92-4383-A4CC-64D247C9EDB9}" destId="{9D32F2BF-6DE3-4998-94FD-B8435F6639CE}" srcOrd="0" destOrd="0" presId="urn:microsoft.com/office/officeart/2008/layout/VerticalCurvedList"/>
    <dgm:cxn modelId="{51D0D56C-D6EC-44BC-82D7-D819B5A70119}" type="presParOf" srcId="{3349B129-4E92-4383-A4CC-64D247C9EDB9}" destId="{E86C6DC3-D8B6-4EB1-A15A-0C7AC0A48FE5}" srcOrd="1" destOrd="0" presId="urn:microsoft.com/office/officeart/2008/layout/VerticalCurvedList"/>
    <dgm:cxn modelId="{1724A700-1CCF-46ED-A523-D6C7957AF0BF}" type="presParOf" srcId="{3349B129-4E92-4383-A4CC-64D247C9EDB9}" destId="{1225ABA5-657B-49CF-84B7-79813EA13C5E}" srcOrd="2" destOrd="0" presId="urn:microsoft.com/office/officeart/2008/layout/VerticalCurvedList"/>
    <dgm:cxn modelId="{9473A5DC-3E9E-47AE-991F-E2864C64E356}" type="presParOf" srcId="{3349B129-4E92-4383-A4CC-64D247C9EDB9}" destId="{086BEF30-A440-4873-8C70-869E3BE838D8}" srcOrd="3" destOrd="0" presId="urn:microsoft.com/office/officeart/2008/layout/VerticalCurvedList"/>
    <dgm:cxn modelId="{0FF7E1FE-193B-4871-8E23-D3E42A7B1F4A}" type="presParOf" srcId="{15EDF00A-1523-464E-B898-C11CD0F7F3A0}" destId="{448F7454-923C-4DC1-8372-A56D9D0AEAF0}" srcOrd="1" destOrd="0" presId="urn:microsoft.com/office/officeart/2008/layout/VerticalCurvedList"/>
    <dgm:cxn modelId="{AEA8FC11-44B5-42CE-BD10-2F8CB492789E}" type="presParOf" srcId="{15EDF00A-1523-464E-B898-C11CD0F7F3A0}" destId="{E46D5CAF-3C12-4698-A61B-1D3058B62F33}" srcOrd="2" destOrd="0" presId="urn:microsoft.com/office/officeart/2008/layout/VerticalCurvedList"/>
    <dgm:cxn modelId="{173577C3-C647-4931-84A9-7B9882DD45E1}" type="presParOf" srcId="{E46D5CAF-3C12-4698-A61B-1D3058B62F33}" destId="{CC8167EC-93AD-42EB-A90B-AB8944FFAD5E}" srcOrd="0" destOrd="0" presId="urn:microsoft.com/office/officeart/2008/layout/VerticalCurvedList"/>
    <dgm:cxn modelId="{C733EBBA-DC89-438A-882A-0F5CBE42E057}" type="presParOf" srcId="{15EDF00A-1523-464E-B898-C11CD0F7F3A0}" destId="{30CDC099-31F2-49E9-ABBF-6C97A63744E8}" srcOrd="3" destOrd="0" presId="urn:microsoft.com/office/officeart/2008/layout/VerticalCurvedList"/>
    <dgm:cxn modelId="{229939FC-08FA-493F-A23A-133E2C153703}" type="presParOf" srcId="{15EDF00A-1523-464E-B898-C11CD0F7F3A0}" destId="{DE447F49-15F2-43CD-A3F8-A9471E53F727}" srcOrd="4" destOrd="0" presId="urn:microsoft.com/office/officeart/2008/layout/VerticalCurvedList"/>
    <dgm:cxn modelId="{F89103BE-8D6D-40F1-B81B-264A8864CF89}" type="presParOf" srcId="{DE447F49-15F2-43CD-A3F8-A9471E53F727}" destId="{BFDCBE28-BB62-40E4-8E4F-7E6236D45AE5}" srcOrd="0" destOrd="0" presId="urn:microsoft.com/office/officeart/2008/layout/VerticalCurvedList"/>
    <dgm:cxn modelId="{77AC27AD-A95F-4FC2-BB77-62531B96479F}" type="presParOf" srcId="{15EDF00A-1523-464E-B898-C11CD0F7F3A0}" destId="{19B83250-2B04-41A8-B447-11A22D323FD1}" srcOrd="5" destOrd="0" presId="urn:microsoft.com/office/officeart/2008/layout/VerticalCurvedList"/>
    <dgm:cxn modelId="{EB136DAF-736B-4A94-8256-06E915F12EDB}" type="presParOf" srcId="{15EDF00A-1523-464E-B898-C11CD0F7F3A0}" destId="{A8089AFC-5731-47FE-9FCF-475950CDFD02}" srcOrd="6" destOrd="0" presId="urn:microsoft.com/office/officeart/2008/layout/VerticalCurvedList"/>
    <dgm:cxn modelId="{8E23B76A-D893-4755-B9B0-3F5285790BC8}" type="presParOf" srcId="{A8089AFC-5731-47FE-9FCF-475950CDFD02}" destId="{8B9195D9-6B3F-4315-A647-AAE61069FFB3}" srcOrd="0" destOrd="0" presId="urn:microsoft.com/office/officeart/2008/layout/VerticalCurvedList"/>
    <dgm:cxn modelId="{CE686C75-0388-4713-A8A2-BC90D5C216A7}" type="presParOf" srcId="{15EDF00A-1523-464E-B898-C11CD0F7F3A0}" destId="{270A3EDA-FE04-4826-8A75-2BA82D2CB94C}" srcOrd="7" destOrd="0" presId="urn:microsoft.com/office/officeart/2008/layout/VerticalCurvedList"/>
    <dgm:cxn modelId="{D38FFAA4-DA8B-4F39-A4D7-E21BE1DCEB13}" type="presParOf" srcId="{15EDF00A-1523-464E-B898-C11CD0F7F3A0}" destId="{5E09E79A-A088-40E6-9A54-367D6C413BBC}" srcOrd="8" destOrd="0" presId="urn:microsoft.com/office/officeart/2008/layout/VerticalCurvedList"/>
    <dgm:cxn modelId="{2D001FF4-C1E2-445B-8A11-DC9F83AB26CE}" type="presParOf" srcId="{5E09E79A-A088-40E6-9A54-367D6C413BBC}" destId="{34E6B435-8F89-46C1-B3E0-8D9772C995FC}" srcOrd="0" destOrd="0" presId="urn:microsoft.com/office/officeart/2008/layout/VerticalCurvedList"/>
    <dgm:cxn modelId="{6F78E4C9-4B5A-4D55-B577-C907C1B97262}" type="presParOf" srcId="{15EDF00A-1523-464E-B898-C11CD0F7F3A0}" destId="{3794D05D-FBB6-410E-A0F2-697487622823}" srcOrd="9" destOrd="0" presId="urn:microsoft.com/office/officeart/2008/layout/VerticalCurvedList"/>
    <dgm:cxn modelId="{125485B6-715B-4CEB-991E-796321A3BD65}" type="presParOf" srcId="{15EDF00A-1523-464E-B898-C11CD0F7F3A0}" destId="{E6BEB022-0A2A-4787-8E1C-7AE64BEE4EB5}" srcOrd="10" destOrd="0" presId="urn:microsoft.com/office/officeart/2008/layout/VerticalCurvedList"/>
    <dgm:cxn modelId="{5798F05B-6EE6-40B2-AA94-0CFEFDA7BAE9}" type="presParOf" srcId="{E6BEB022-0A2A-4787-8E1C-7AE64BEE4EB5}" destId="{92CCB9DF-AFB3-4FF8-9F45-6D0A8C283F28}" srcOrd="0" destOrd="0" presId="urn:microsoft.com/office/officeart/2008/layout/VerticalCurvedList"/>
    <dgm:cxn modelId="{9E5D8CAE-E29B-47BF-901A-C12BA9500C72}" type="presParOf" srcId="{15EDF00A-1523-464E-B898-C11CD0F7F3A0}" destId="{6D72C559-62C9-40CA-886A-24F271DF0DEF}" srcOrd="11" destOrd="0" presId="urn:microsoft.com/office/officeart/2008/layout/VerticalCurvedList"/>
    <dgm:cxn modelId="{17ADFC10-5BEB-4161-A709-EE4FE72CBF6C}" type="presParOf" srcId="{15EDF00A-1523-464E-B898-C11CD0F7F3A0}" destId="{17A6929A-0F71-4CB9-9268-B9DB85D187D9}" srcOrd="12" destOrd="0" presId="urn:microsoft.com/office/officeart/2008/layout/VerticalCurvedList"/>
    <dgm:cxn modelId="{D447375E-6876-4FDF-A62D-EAA51975306F}" type="presParOf" srcId="{17A6929A-0F71-4CB9-9268-B9DB85D187D9}" destId="{C6E576CC-90DC-48E7-8E6C-2E70F9EE75B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1B1A5B-CB70-4988-9324-06323C1C564E}" type="doc">
      <dgm:prSet loTypeId="urn:microsoft.com/office/officeart/2005/8/layout/cycle4" loCatId="matrix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EF50E06-8206-4C0F-A77C-4A1A38DD60DF}">
      <dgm:prSet phldrT="[Текст]"/>
      <dgm:spPr/>
      <dgm:t>
        <a:bodyPr/>
        <a:lstStyle/>
        <a:p>
          <a:r>
            <a:rPr lang="ru-RU" dirty="0"/>
            <a:t>Январь-февраль</a:t>
          </a:r>
        </a:p>
      </dgm:t>
    </dgm:pt>
    <dgm:pt modelId="{2EF1B91C-BAE2-40EE-90EC-C9522E9770EA}" type="parTrans" cxnId="{D9BBF1DC-2101-4B1C-AB7C-A61C1EDE7534}">
      <dgm:prSet/>
      <dgm:spPr/>
      <dgm:t>
        <a:bodyPr/>
        <a:lstStyle/>
        <a:p>
          <a:endParaRPr lang="ru-RU"/>
        </a:p>
      </dgm:t>
    </dgm:pt>
    <dgm:pt modelId="{7049248A-051B-48B5-82EA-CBD47C65CCE9}" type="sibTrans" cxnId="{D9BBF1DC-2101-4B1C-AB7C-A61C1EDE7534}">
      <dgm:prSet/>
      <dgm:spPr/>
      <dgm:t>
        <a:bodyPr/>
        <a:lstStyle/>
        <a:p>
          <a:endParaRPr lang="ru-RU"/>
        </a:p>
      </dgm:t>
    </dgm:pt>
    <dgm:pt modelId="{D1E65D20-A4AB-4BF0-A905-C3BF8EC3DCD9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ru-RU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Низкий сезон - периоды техобслуживания</a:t>
          </a:r>
          <a:endParaRPr lang="ru-RU" sz="1600" dirty="0">
            <a:solidFill>
              <a:schemeClr val="bg1"/>
            </a:solidFill>
          </a:endParaRPr>
        </a:p>
      </dgm:t>
    </dgm:pt>
    <dgm:pt modelId="{750DDDBC-45D1-4C01-87F9-CF662798EEE1}" type="parTrans" cxnId="{4FC6BAE2-85A4-43C0-AD16-8E14178D5B8B}">
      <dgm:prSet/>
      <dgm:spPr/>
      <dgm:t>
        <a:bodyPr/>
        <a:lstStyle/>
        <a:p>
          <a:endParaRPr lang="ru-RU"/>
        </a:p>
      </dgm:t>
    </dgm:pt>
    <dgm:pt modelId="{24AB89C5-C3DA-4FA3-AA22-0B0C9CAEBE95}" type="sibTrans" cxnId="{4FC6BAE2-85A4-43C0-AD16-8E14178D5B8B}">
      <dgm:prSet/>
      <dgm:spPr/>
      <dgm:t>
        <a:bodyPr/>
        <a:lstStyle/>
        <a:p>
          <a:endParaRPr lang="ru-RU"/>
        </a:p>
      </dgm:t>
    </dgm:pt>
    <dgm:pt modelId="{F9392FCF-1565-4805-8EA6-8EAB8EB05774}">
      <dgm:prSet phldrT="[Текст]"/>
      <dgm:spPr/>
      <dgm:t>
        <a:bodyPr/>
        <a:lstStyle/>
        <a:p>
          <a:r>
            <a:rPr lang="ru-RU" dirty="0"/>
            <a:t>Март-май</a:t>
          </a:r>
        </a:p>
      </dgm:t>
    </dgm:pt>
    <dgm:pt modelId="{16B14616-5AB7-4246-B4EA-97D1A077744D}" type="parTrans" cxnId="{71A1EBFC-411C-4E26-982D-7401DD8BB896}">
      <dgm:prSet/>
      <dgm:spPr/>
      <dgm:t>
        <a:bodyPr/>
        <a:lstStyle/>
        <a:p>
          <a:endParaRPr lang="ru-RU"/>
        </a:p>
      </dgm:t>
    </dgm:pt>
    <dgm:pt modelId="{FA0CD902-C8A1-41F6-829D-1C429E295EE9}" type="sibTrans" cxnId="{71A1EBFC-411C-4E26-982D-7401DD8BB896}">
      <dgm:prSet/>
      <dgm:spPr/>
      <dgm:t>
        <a:bodyPr/>
        <a:lstStyle/>
        <a:p>
          <a:endParaRPr lang="ru-RU"/>
        </a:p>
      </dgm:t>
    </dgm:pt>
    <dgm:pt modelId="{63E3F6C6-DB45-45DD-BD6A-2FC3F8FBB4DC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r"/>
          <a:r>
            <a:rPr lang="ru-RU" sz="1600" dirty="0">
              <a:solidFill>
                <a:schemeClr val="bg1"/>
              </a:solidFill>
            </a:rPr>
            <a:t>Пик по нагрузке - массовое сохранение результатов олимпиад</a:t>
          </a:r>
        </a:p>
      </dgm:t>
    </dgm:pt>
    <dgm:pt modelId="{DAB95E72-6E0D-47B0-81AE-F197D85027D1}" type="parTrans" cxnId="{79214F3F-79EC-4AEC-9841-4B72EBBEEA06}">
      <dgm:prSet/>
      <dgm:spPr/>
      <dgm:t>
        <a:bodyPr/>
        <a:lstStyle/>
        <a:p>
          <a:endParaRPr lang="ru-RU"/>
        </a:p>
      </dgm:t>
    </dgm:pt>
    <dgm:pt modelId="{8BC4987D-8668-49FD-81EF-D7EDB431B757}" type="sibTrans" cxnId="{79214F3F-79EC-4AEC-9841-4B72EBBEEA06}">
      <dgm:prSet/>
      <dgm:spPr/>
      <dgm:t>
        <a:bodyPr/>
        <a:lstStyle/>
        <a:p>
          <a:endParaRPr lang="ru-RU"/>
        </a:p>
      </dgm:t>
    </dgm:pt>
    <dgm:pt modelId="{9F1E3EEA-203F-4CDC-ADD7-DABB09D251DF}">
      <dgm:prSet phldrT="[Текст]"/>
      <dgm:spPr/>
      <dgm:t>
        <a:bodyPr/>
        <a:lstStyle/>
        <a:p>
          <a:r>
            <a:rPr lang="ru-RU" dirty="0"/>
            <a:t>Июнь-август</a:t>
          </a:r>
        </a:p>
      </dgm:t>
    </dgm:pt>
    <dgm:pt modelId="{0055EECE-A6D3-4ECA-AF28-99E7AAE6D2E6}" type="parTrans" cxnId="{1C090DFD-0A04-4224-A27F-79CB5EA9953C}">
      <dgm:prSet/>
      <dgm:spPr/>
      <dgm:t>
        <a:bodyPr/>
        <a:lstStyle/>
        <a:p>
          <a:endParaRPr lang="ru-RU"/>
        </a:p>
      </dgm:t>
    </dgm:pt>
    <dgm:pt modelId="{A8681619-3E6C-4E2A-AC02-CDBF5519CA85}" type="sibTrans" cxnId="{1C090DFD-0A04-4224-A27F-79CB5EA9953C}">
      <dgm:prSet/>
      <dgm:spPr/>
      <dgm:t>
        <a:bodyPr/>
        <a:lstStyle/>
        <a:p>
          <a:endParaRPr lang="ru-RU"/>
        </a:p>
      </dgm:t>
    </dgm:pt>
    <dgm:pt modelId="{FB28E283-6161-4B4D-ACBB-5F305B38C7A5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r"/>
          <a:r>
            <a:rPr lang="ru-RU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Низкий сезон - период техобслуживания</a:t>
          </a:r>
          <a:endParaRPr lang="ru-RU" sz="1600" dirty="0">
            <a:solidFill>
              <a:schemeClr val="bg1"/>
            </a:solidFill>
          </a:endParaRPr>
        </a:p>
      </dgm:t>
    </dgm:pt>
    <dgm:pt modelId="{065AA8F7-B749-4728-99AC-50072A43B30C}" type="parTrans" cxnId="{CFE0C8F5-E7E7-4B80-B241-BC94276BD0C5}">
      <dgm:prSet/>
      <dgm:spPr/>
      <dgm:t>
        <a:bodyPr/>
        <a:lstStyle/>
        <a:p>
          <a:endParaRPr lang="ru-RU"/>
        </a:p>
      </dgm:t>
    </dgm:pt>
    <dgm:pt modelId="{3BF0448C-240F-4497-801D-F543BF7643FC}" type="sibTrans" cxnId="{CFE0C8F5-E7E7-4B80-B241-BC94276BD0C5}">
      <dgm:prSet/>
      <dgm:spPr/>
      <dgm:t>
        <a:bodyPr/>
        <a:lstStyle/>
        <a:p>
          <a:endParaRPr lang="ru-RU"/>
        </a:p>
      </dgm:t>
    </dgm:pt>
    <dgm:pt modelId="{4EEAA6A1-21C4-4192-BEFA-43C1278B55A7}">
      <dgm:prSet phldrT="[Текст]"/>
      <dgm:spPr/>
      <dgm:t>
        <a:bodyPr/>
        <a:lstStyle/>
        <a:p>
          <a:r>
            <a:rPr lang="ru-RU" dirty="0"/>
            <a:t>Сентябрь-декабрь</a:t>
          </a:r>
        </a:p>
      </dgm:t>
    </dgm:pt>
    <dgm:pt modelId="{B1D4397E-A95D-4C4C-AFA1-11D91A9C065B}" type="parTrans" cxnId="{BC0041F2-4A08-4ABE-AB02-18BDF509A089}">
      <dgm:prSet/>
      <dgm:spPr/>
      <dgm:t>
        <a:bodyPr/>
        <a:lstStyle/>
        <a:p>
          <a:endParaRPr lang="ru-RU"/>
        </a:p>
      </dgm:t>
    </dgm:pt>
    <dgm:pt modelId="{B2870B70-E920-43A2-AB9B-6F497FBE5860}" type="sibTrans" cxnId="{BC0041F2-4A08-4ABE-AB02-18BDF509A089}">
      <dgm:prSet/>
      <dgm:spPr/>
      <dgm:t>
        <a:bodyPr/>
        <a:lstStyle/>
        <a:p>
          <a:endParaRPr lang="ru-RU"/>
        </a:p>
      </dgm:t>
    </dgm:pt>
    <dgm:pt modelId="{8F9F2A8B-DCEA-42BB-8BA3-61D4E082FE07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/>
          <a:r>
            <a:rPr lang="ru-RU" sz="1600" dirty="0">
              <a:solidFill>
                <a:schemeClr val="bg1"/>
              </a:solidFill>
            </a:rPr>
            <a:t>Пик по нагрузке -  массовый поиск олимпиад</a:t>
          </a:r>
        </a:p>
      </dgm:t>
    </dgm:pt>
    <dgm:pt modelId="{C0A9A180-17F3-4BAC-98EF-C08ED6C2FDB1}" type="sibTrans" cxnId="{1FF4B240-0CB3-422D-9A93-8D9C7807A0C2}">
      <dgm:prSet/>
      <dgm:spPr/>
      <dgm:t>
        <a:bodyPr/>
        <a:lstStyle/>
        <a:p>
          <a:endParaRPr lang="ru-RU"/>
        </a:p>
      </dgm:t>
    </dgm:pt>
    <dgm:pt modelId="{801CF234-2874-4463-94DE-DFB0A6E51829}" type="parTrans" cxnId="{1FF4B240-0CB3-422D-9A93-8D9C7807A0C2}">
      <dgm:prSet/>
      <dgm:spPr/>
      <dgm:t>
        <a:bodyPr/>
        <a:lstStyle/>
        <a:p>
          <a:endParaRPr lang="ru-RU"/>
        </a:p>
      </dgm:t>
    </dgm:pt>
    <dgm:pt modelId="{EDDD51A6-59B6-47DB-8A7C-2C62392F3552}" type="pres">
      <dgm:prSet presAssocID="{151B1A5B-CB70-4988-9324-06323C1C564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12A7804E-117E-449E-BAD1-053FBE8C23E8}" type="pres">
      <dgm:prSet presAssocID="{151B1A5B-CB70-4988-9324-06323C1C564E}" presName="children" presStyleCnt="0"/>
      <dgm:spPr/>
    </dgm:pt>
    <dgm:pt modelId="{E67C5E90-79CC-49CD-AC5F-9502C987029F}" type="pres">
      <dgm:prSet presAssocID="{151B1A5B-CB70-4988-9324-06323C1C564E}" presName="child1group" presStyleCnt="0"/>
      <dgm:spPr/>
    </dgm:pt>
    <dgm:pt modelId="{8C0C0104-BD18-4E45-882F-28D9DDBF187F}" type="pres">
      <dgm:prSet presAssocID="{151B1A5B-CB70-4988-9324-06323C1C564E}" presName="child1" presStyleLbl="bgAcc1" presStyleIdx="0" presStyleCnt="4" custScaleX="152885" custLinFactNeighborX="-39629" custLinFactNeighborY="3178"/>
      <dgm:spPr/>
    </dgm:pt>
    <dgm:pt modelId="{064BEB3C-515E-4EAC-A74C-2B6E51E152D4}" type="pres">
      <dgm:prSet presAssocID="{151B1A5B-CB70-4988-9324-06323C1C564E}" presName="child1Text" presStyleLbl="bgAcc1" presStyleIdx="0" presStyleCnt="4">
        <dgm:presLayoutVars>
          <dgm:bulletEnabled val="1"/>
        </dgm:presLayoutVars>
      </dgm:prSet>
      <dgm:spPr/>
    </dgm:pt>
    <dgm:pt modelId="{8DB0C002-6096-44C5-9A13-1CFCA6753C5A}" type="pres">
      <dgm:prSet presAssocID="{151B1A5B-CB70-4988-9324-06323C1C564E}" presName="child2group" presStyleCnt="0"/>
      <dgm:spPr/>
    </dgm:pt>
    <dgm:pt modelId="{758BF3B3-88EF-47AD-B232-91E5BBB0A224}" type="pres">
      <dgm:prSet presAssocID="{151B1A5B-CB70-4988-9324-06323C1C564E}" presName="child2" presStyleLbl="bgAcc1" presStyleIdx="1" presStyleCnt="4" custScaleX="137457" custLinFactNeighborX="42716" custLinFactNeighborY="3972"/>
      <dgm:spPr/>
    </dgm:pt>
    <dgm:pt modelId="{60A28C15-58E4-4267-947D-A0FED9D90A08}" type="pres">
      <dgm:prSet presAssocID="{151B1A5B-CB70-4988-9324-06323C1C564E}" presName="child2Text" presStyleLbl="bgAcc1" presStyleIdx="1" presStyleCnt="4">
        <dgm:presLayoutVars>
          <dgm:bulletEnabled val="1"/>
        </dgm:presLayoutVars>
      </dgm:prSet>
      <dgm:spPr/>
    </dgm:pt>
    <dgm:pt modelId="{D1D6A59F-A25A-4013-9D9A-7638DEA7CCB1}" type="pres">
      <dgm:prSet presAssocID="{151B1A5B-CB70-4988-9324-06323C1C564E}" presName="child3group" presStyleCnt="0"/>
      <dgm:spPr/>
    </dgm:pt>
    <dgm:pt modelId="{AFFACC7A-640C-4B68-83E9-28D333BD37BD}" type="pres">
      <dgm:prSet presAssocID="{151B1A5B-CB70-4988-9324-06323C1C564E}" presName="child3" presStyleLbl="bgAcc1" presStyleIdx="2" presStyleCnt="4" custScaleX="131180" custLinFactNeighborX="48741" custLinFactNeighborY="-3178"/>
      <dgm:spPr/>
    </dgm:pt>
    <dgm:pt modelId="{5BDDB638-BF77-442A-9897-307379DB6690}" type="pres">
      <dgm:prSet presAssocID="{151B1A5B-CB70-4988-9324-06323C1C564E}" presName="child3Text" presStyleLbl="bgAcc1" presStyleIdx="2" presStyleCnt="4">
        <dgm:presLayoutVars>
          <dgm:bulletEnabled val="1"/>
        </dgm:presLayoutVars>
      </dgm:prSet>
      <dgm:spPr/>
    </dgm:pt>
    <dgm:pt modelId="{1A0EE3AC-46DF-471D-B37F-12D0E9A1F58E}" type="pres">
      <dgm:prSet presAssocID="{151B1A5B-CB70-4988-9324-06323C1C564E}" presName="child4group" presStyleCnt="0"/>
      <dgm:spPr/>
    </dgm:pt>
    <dgm:pt modelId="{585F1F94-CFC3-44E5-AA70-F9AB1CEA95BC}" type="pres">
      <dgm:prSet presAssocID="{151B1A5B-CB70-4988-9324-06323C1C564E}" presName="child4" presStyleLbl="bgAcc1" presStyleIdx="3" presStyleCnt="4" custScaleX="151342" custLinFactNeighborX="-34031" custLinFactNeighborY="2819"/>
      <dgm:spPr/>
    </dgm:pt>
    <dgm:pt modelId="{DB347EA0-97BE-4D72-90B2-9BEA8C2B01F0}" type="pres">
      <dgm:prSet presAssocID="{151B1A5B-CB70-4988-9324-06323C1C564E}" presName="child4Text" presStyleLbl="bgAcc1" presStyleIdx="3" presStyleCnt="4">
        <dgm:presLayoutVars>
          <dgm:bulletEnabled val="1"/>
        </dgm:presLayoutVars>
      </dgm:prSet>
      <dgm:spPr/>
    </dgm:pt>
    <dgm:pt modelId="{8EF472BA-59F3-4BDA-AB22-C015D8828E77}" type="pres">
      <dgm:prSet presAssocID="{151B1A5B-CB70-4988-9324-06323C1C564E}" presName="childPlaceholder" presStyleCnt="0"/>
      <dgm:spPr/>
    </dgm:pt>
    <dgm:pt modelId="{944B24A7-5640-433A-90BC-060882D24C5E}" type="pres">
      <dgm:prSet presAssocID="{151B1A5B-CB70-4988-9324-06323C1C564E}" presName="circle" presStyleCnt="0"/>
      <dgm:spPr/>
    </dgm:pt>
    <dgm:pt modelId="{43ADA268-D61A-45C3-85CA-F1EE9786F2F4}" type="pres">
      <dgm:prSet presAssocID="{151B1A5B-CB70-4988-9324-06323C1C564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80BB62C6-3E97-4B4E-A2F0-25197F675209}" type="pres">
      <dgm:prSet presAssocID="{151B1A5B-CB70-4988-9324-06323C1C564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7655236-D256-42DB-AF3B-2C023F4BF619}" type="pres">
      <dgm:prSet presAssocID="{151B1A5B-CB70-4988-9324-06323C1C564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15637F3-4028-4F19-809D-2DB39797F279}" type="pres">
      <dgm:prSet presAssocID="{151B1A5B-CB70-4988-9324-06323C1C564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E998F117-4D66-4FC0-9871-C1E88DBA4D2F}" type="pres">
      <dgm:prSet presAssocID="{151B1A5B-CB70-4988-9324-06323C1C564E}" presName="quadrantPlaceholder" presStyleCnt="0"/>
      <dgm:spPr/>
    </dgm:pt>
    <dgm:pt modelId="{36A398E0-D71A-4272-A9DA-D4A461D283F5}" type="pres">
      <dgm:prSet presAssocID="{151B1A5B-CB70-4988-9324-06323C1C564E}" presName="center1" presStyleLbl="fgShp" presStyleIdx="0" presStyleCnt="2"/>
      <dgm:spPr/>
    </dgm:pt>
    <dgm:pt modelId="{33FA7CED-4DD7-44B1-92AF-61FFBCF17C59}" type="pres">
      <dgm:prSet presAssocID="{151B1A5B-CB70-4988-9324-06323C1C564E}" presName="center2" presStyleLbl="fgShp" presStyleIdx="1" presStyleCnt="2"/>
      <dgm:spPr/>
    </dgm:pt>
  </dgm:ptLst>
  <dgm:cxnLst>
    <dgm:cxn modelId="{B81E9001-54F5-4297-9EB2-F1B57B02C7F7}" type="presOf" srcId="{0EF50E06-8206-4C0F-A77C-4A1A38DD60DF}" destId="{43ADA268-D61A-45C3-85CA-F1EE9786F2F4}" srcOrd="0" destOrd="0" presId="urn:microsoft.com/office/officeart/2005/8/layout/cycle4"/>
    <dgm:cxn modelId="{2569EB07-75E8-4452-A80D-F31B3E4A674C}" type="presOf" srcId="{D1E65D20-A4AB-4BF0-A905-C3BF8EC3DCD9}" destId="{064BEB3C-515E-4EAC-A74C-2B6E51E152D4}" srcOrd="1" destOrd="0" presId="urn:microsoft.com/office/officeart/2005/8/layout/cycle4"/>
    <dgm:cxn modelId="{8B3D1522-2517-4426-8F01-6D7D6D426D53}" type="presOf" srcId="{F9392FCF-1565-4805-8EA6-8EAB8EB05774}" destId="{80BB62C6-3E97-4B4E-A2F0-25197F675209}" srcOrd="0" destOrd="0" presId="urn:microsoft.com/office/officeart/2005/8/layout/cycle4"/>
    <dgm:cxn modelId="{79214F3F-79EC-4AEC-9841-4B72EBBEEA06}" srcId="{F9392FCF-1565-4805-8EA6-8EAB8EB05774}" destId="{63E3F6C6-DB45-45DD-BD6A-2FC3F8FBB4DC}" srcOrd="0" destOrd="0" parTransId="{DAB95E72-6E0D-47B0-81AE-F197D85027D1}" sibTransId="{8BC4987D-8668-49FD-81EF-D7EDB431B757}"/>
    <dgm:cxn modelId="{1FF4B240-0CB3-422D-9A93-8D9C7807A0C2}" srcId="{4EEAA6A1-21C4-4192-BEFA-43C1278B55A7}" destId="{8F9F2A8B-DCEA-42BB-8BA3-61D4E082FE07}" srcOrd="0" destOrd="0" parTransId="{801CF234-2874-4463-94DE-DFB0A6E51829}" sibTransId="{C0A9A180-17F3-4BAC-98EF-C08ED6C2FDB1}"/>
    <dgm:cxn modelId="{B3489761-9A93-4F2E-B4CF-20E989689046}" type="presOf" srcId="{4EEAA6A1-21C4-4192-BEFA-43C1278B55A7}" destId="{C15637F3-4028-4F19-809D-2DB39797F279}" srcOrd="0" destOrd="0" presId="urn:microsoft.com/office/officeart/2005/8/layout/cycle4"/>
    <dgm:cxn modelId="{AF929766-F51A-4B15-8F5F-ECAC1637CAD2}" type="presOf" srcId="{8F9F2A8B-DCEA-42BB-8BA3-61D4E082FE07}" destId="{585F1F94-CFC3-44E5-AA70-F9AB1CEA95BC}" srcOrd="0" destOrd="0" presId="urn:microsoft.com/office/officeart/2005/8/layout/cycle4"/>
    <dgm:cxn modelId="{AA807C48-F70C-47FB-B729-8DB76C95B168}" type="presOf" srcId="{FB28E283-6161-4B4D-ACBB-5F305B38C7A5}" destId="{AFFACC7A-640C-4B68-83E9-28D333BD37BD}" srcOrd="0" destOrd="0" presId="urn:microsoft.com/office/officeart/2005/8/layout/cycle4"/>
    <dgm:cxn modelId="{A05D204B-59E7-4692-B363-42226A97B4B5}" type="presOf" srcId="{151B1A5B-CB70-4988-9324-06323C1C564E}" destId="{EDDD51A6-59B6-47DB-8A7C-2C62392F3552}" srcOrd="0" destOrd="0" presId="urn:microsoft.com/office/officeart/2005/8/layout/cycle4"/>
    <dgm:cxn modelId="{5E356C50-D729-4993-9BDC-29694FDB5CA2}" type="presOf" srcId="{63E3F6C6-DB45-45DD-BD6A-2FC3F8FBB4DC}" destId="{758BF3B3-88EF-47AD-B232-91E5BBB0A224}" srcOrd="0" destOrd="0" presId="urn:microsoft.com/office/officeart/2005/8/layout/cycle4"/>
    <dgm:cxn modelId="{D5D57254-B19B-46B5-A2BC-46182A3F25BC}" type="presOf" srcId="{8F9F2A8B-DCEA-42BB-8BA3-61D4E082FE07}" destId="{DB347EA0-97BE-4D72-90B2-9BEA8C2B01F0}" srcOrd="1" destOrd="0" presId="urn:microsoft.com/office/officeart/2005/8/layout/cycle4"/>
    <dgm:cxn modelId="{909CE583-B1C9-4B7B-A228-2217C14C166E}" type="presOf" srcId="{63E3F6C6-DB45-45DD-BD6A-2FC3F8FBB4DC}" destId="{60A28C15-58E4-4267-947D-A0FED9D90A08}" srcOrd="1" destOrd="0" presId="urn:microsoft.com/office/officeart/2005/8/layout/cycle4"/>
    <dgm:cxn modelId="{A4CB1EA0-166D-4D54-8B44-DF8460F2AB03}" type="presOf" srcId="{D1E65D20-A4AB-4BF0-A905-C3BF8EC3DCD9}" destId="{8C0C0104-BD18-4E45-882F-28D9DDBF187F}" srcOrd="0" destOrd="0" presId="urn:microsoft.com/office/officeart/2005/8/layout/cycle4"/>
    <dgm:cxn modelId="{D9BBF1DC-2101-4B1C-AB7C-A61C1EDE7534}" srcId="{151B1A5B-CB70-4988-9324-06323C1C564E}" destId="{0EF50E06-8206-4C0F-A77C-4A1A38DD60DF}" srcOrd="0" destOrd="0" parTransId="{2EF1B91C-BAE2-40EE-90EC-C9522E9770EA}" sibTransId="{7049248A-051B-48B5-82EA-CBD47C65CCE9}"/>
    <dgm:cxn modelId="{E534E7DE-8A15-495B-9A27-F818D54A3C54}" type="presOf" srcId="{9F1E3EEA-203F-4CDC-ADD7-DABB09D251DF}" destId="{27655236-D256-42DB-AF3B-2C023F4BF619}" srcOrd="0" destOrd="0" presId="urn:microsoft.com/office/officeart/2005/8/layout/cycle4"/>
    <dgm:cxn modelId="{4FC6BAE2-85A4-43C0-AD16-8E14178D5B8B}" srcId="{0EF50E06-8206-4C0F-A77C-4A1A38DD60DF}" destId="{D1E65D20-A4AB-4BF0-A905-C3BF8EC3DCD9}" srcOrd="0" destOrd="0" parTransId="{750DDDBC-45D1-4C01-87F9-CF662798EEE1}" sibTransId="{24AB89C5-C3DA-4FA3-AA22-0B0C9CAEBE95}"/>
    <dgm:cxn modelId="{BC0041F2-4A08-4ABE-AB02-18BDF509A089}" srcId="{151B1A5B-CB70-4988-9324-06323C1C564E}" destId="{4EEAA6A1-21C4-4192-BEFA-43C1278B55A7}" srcOrd="3" destOrd="0" parTransId="{B1D4397E-A95D-4C4C-AFA1-11D91A9C065B}" sibTransId="{B2870B70-E920-43A2-AB9B-6F497FBE5860}"/>
    <dgm:cxn modelId="{CFE0C8F5-E7E7-4B80-B241-BC94276BD0C5}" srcId="{9F1E3EEA-203F-4CDC-ADD7-DABB09D251DF}" destId="{FB28E283-6161-4B4D-ACBB-5F305B38C7A5}" srcOrd="0" destOrd="0" parTransId="{065AA8F7-B749-4728-99AC-50072A43B30C}" sibTransId="{3BF0448C-240F-4497-801D-F543BF7643FC}"/>
    <dgm:cxn modelId="{FFDE7EF8-0E06-4C58-BA62-62D1B7F3DE38}" type="presOf" srcId="{FB28E283-6161-4B4D-ACBB-5F305B38C7A5}" destId="{5BDDB638-BF77-442A-9897-307379DB6690}" srcOrd="1" destOrd="0" presId="urn:microsoft.com/office/officeart/2005/8/layout/cycle4"/>
    <dgm:cxn modelId="{71A1EBFC-411C-4E26-982D-7401DD8BB896}" srcId="{151B1A5B-CB70-4988-9324-06323C1C564E}" destId="{F9392FCF-1565-4805-8EA6-8EAB8EB05774}" srcOrd="1" destOrd="0" parTransId="{16B14616-5AB7-4246-B4EA-97D1A077744D}" sibTransId="{FA0CD902-C8A1-41F6-829D-1C429E295EE9}"/>
    <dgm:cxn modelId="{1C090DFD-0A04-4224-A27F-79CB5EA9953C}" srcId="{151B1A5B-CB70-4988-9324-06323C1C564E}" destId="{9F1E3EEA-203F-4CDC-ADD7-DABB09D251DF}" srcOrd="2" destOrd="0" parTransId="{0055EECE-A6D3-4ECA-AF28-99E7AAE6D2E6}" sibTransId="{A8681619-3E6C-4E2A-AC02-CDBF5519CA85}"/>
    <dgm:cxn modelId="{EC9ADF17-AC92-49FA-8D79-6D32B1E47896}" type="presParOf" srcId="{EDDD51A6-59B6-47DB-8A7C-2C62392F3552}" destId="{12A7804E-117E-449E-BAD1-053FBE8C23E8}" srcOrd="0" destOrd="0" presId="urn:microsoft.com/office/officeart/2005/8/layout/cycle4"/>
    <dgm:cxn modelId="{9287BBE8-6C46-4334-9493-81A75DCC880D}" type="presParOf" srcId="{12A7804E-117E-449E-BAD1-053FBE8C23E8}" destId="{E67C5E90-79CC-49CD-AC5F-9502C987029F}" srcOrd="0" destOrd="0" presId="urn:microsoft.com/office/officeart/2005/8/layout/cycle4"/>
    <dgm:cxn modelId="{E2E32162-B1D0-4C85-9A8F-4E8700E101CA}" type="presParOf" srcId="{E67C5E90-79CC-49CD-AC5F-9502C987029F}" destId="{8C0C0104-BD18-4E45-882F-28D9DDBF187F}" srcOrd="0" destOrd="0" presId="urn:microsoft.com/office/officeart/2005/8/layout/cycle4"/>
    <dgm:cxn modelId="{6F7B6C35-C9B4-4872-9FB3-8A8F7543CEB6}" type="presParOf" srcId="{E67C5E90-79CC-49CD-AC5F-9502C987029F}" destId="{064BEB3C-515E-4EAC-A74C-2B6E51E152D4}" srcOrd="1" destOrd="0" presId="urn:microsoft.com/office/officeart/2005/8/layout/cycle4"/>
    <dgm:cxn modelId="{9D4EACE4-107B-4A61-B1E0-6569E25D7A05}" type="presParOf" srcId="{12A7804E-117E-449E-BAD1-053FBE8C23E8}" destId="{8DB0C002-6096-44C5-9A13-1CFCA6753C5A}" srcOrd="1" destOrd="0" presId="urn:microsoft.com/office/officeart/2005/8/layout/cycle4"/>
    <dgm:cxn modelId="{2F2D8297-5BEA-4709-B22F-E2D03443BC08}" type="presParOf" srcId="{8DB0C002-6096-44C5-9A13-1CFCA6753C5A}" destId="{758BF3B3-88EF-47AD-B232-91E5BBB0A224}" srcOrd="0" destOrd="0" presId="urn:microsoft.com/office/officeart/2005/8/layout/cycle4"/>
    <dgm:cxn modelId="{011C4F96-C63E-438A-8EF0-B75D0882CB2D}" type="presParOf" srcId="{8DB0C002-6096-44C5-9A13-1CFCA6753C5A}" destId="{60A28C15-58E4-4267-947D-A0FED9D90A08}" srcOrd="1" destOrd="0" presId="urn:microsoft.com/office/officeart/2005/8/layout/cycle4"/>
    <dgm:cxn modelId="{70D1CBA5-5867-4A98-B388-7A2A342CB1BD}" type="presParOf" srcId="{12A7804E-117E-449E-BAD1-053FBE8C23E8}" destId="{D1D6A59F-A25A-4013-9D9A-7638DEA7CCB1}" srcOrd="2" destOrd="0" presId="urn:microsoft.com/office/officeart/2005/8/layout/cycle4"/>
    <dgm:cxn modelId="{0A1E2910-88D8-4BB9-83E2-B2DADCB5DBFD}" type="presParOf" srcId="{D1D6A59F-A25A-4013-9D9A-7638DEA7CCB1}" destId="{AFFACC7A-640C-4B68-83E9-28D333BD37BD}" srcOrd="0" destOrd="0" presId="urn:microsoft.com/office/officeart/2005/8/layout/cycle4"/>
    <dgm:cxn modelId="{7A4D7772-26D1-4FA8-B898-B07CDDBC7091}" type="presParOf" srcId="{D1D6A59F-A25A-4013-9D9A-7638DEA7CCB1}" destId="{5BDDB638-BF77-442A-9897-307379DB6690}" srcOrd="1" destOrd="0" presId="urn:microsoft.com/office/officeart/2005/8/layout/cycle4"/>
    <dgm:cxn modelId="{43996BDD-02C0-4499-A2C2-FDD0AE54FD5A}" type="presParOf" srcId="{12A7804E-117E-449E-BAD1-053FBE8C23E8}" destId="{1A0EE3AC-46DF-471D-B37F-12D0E9A1F58E}" srcOrd="3" destOrd="0" presId="urn:microsoft.com/office/officeart/2005/8/layout/cycle4"/>
    <dgm:cxn modelId="{75985E80-483A-4BE3-B79B-C3DDF697DCB7}" type="presParOf" srcId="{1A0EE3AC-46DF-471D-B37F-12D0E9A1F58E}" destId="{585F1F94-CFC3-44E5-AA70-F9AB1CEA95BC}" srcOrd="0" destOrd="0" presId="urn:microsoft.com/office/officeart/2005/8/layout/cycle4"/>
    <dgm:cxn modelId="{A260202A-0B7D-4F22-9E59-348F621BBB38}" type="presParOf" srcId="{1A0EE3AC-46DF-471D-B37F-12D0E9A1F58E}" destId="{DB347EA0-97BE-4D72-90B2-9BEA8C2B01F0}" srcOrd="1" destOrd="0" presId="urn:microsoft.com/office/officeart/2005/8/layout/cycle4"/>
    <dgm:cxn modelId="{90CD0402-0643-4E91-B5A9-789E087BF326}" type="presParOf" srcId="{12A7804E-117E-449E-BAD1-053FBE8C23E8}" destId="{8EF472BA-59F3-4BDA-AB22-C015D8828E77}" srcOrd="4" destOrd="0" presId="urn:microsoft.com/office/officeart/2005/8/layout/cycle4"/>
    <dgm:cxn modelId="{6B78A69C-AE88-4A6D-A63F-F524CB3B677F}" type="presParOf" srcId="{EDDD51A6-59B6-47DB-8A7C-2C62392F3552}" destId="{944B24A7-5640-433A-90BC-060882D24C5E}" srcOrd="1" destOrd="0" presId="urn:microsoft.com/office/officeart/2005/8/layout/cycle4"/>
    <dgm:cxn modelId="{6A3AD7DF-2481-4BD6-894E-202067BBC739}" type="presParOf" srcId="{944B24A7-5640-433A-90BC-060882D24C5E}" destId="{43ADA268-D61A-45C3-85CA-F1EE9786F2F4}" srcOrd="0" destOrd="0" presId="urn:microsoft.com/office/officeart/2005/8/layout/cycle4"/>
    <dgm:cxn modelId="{2EF3EC13-BCC8-4A5F-9D1F-7AA8FC207FB1}" type="presParOf" srcId="{944B24A7-5640-433A-90BC-060882D24C5E}" destId="{80BB62C6-3E97-4B4E-A2F0-25197F675209}" srcOrd="1" destOrd="0" presId="urn:microsoft.com/office/officeart/2005/8/layout/cycle4"/>
    <dgm:cxn modelId="{76CE0186-68F0-40C3-A9B4-AEA0C00836D8}" type="presParOf" srcId="{944B24A7-5640-433A-90BC-060882D24C5E}" destId="{27655236-D256-42DB-AF3B-2C023F4BF619}" srcOrd="2" destOrd="0" presId="urn:microsoft.com/office/officeart/2005/8/layout/cycle4"/>
    <dgm:cxn modelId="{8B31A6D6-F6EE-45CD-951D-7DC3FD9D91AE}" type="presParOf" srcId="{944B24A7-5640-433A-90BC-060882D24C5E}" destId="{C15637F3-4028-4F19-809D-2DB39797F279}" srcOrd="3" destOrd="0" presId="urn:microsoft.com/office/officeart/2005/8/layout/cycle4"/>
    <dgm:cxn modelId="{8E60C3E1-23C0-4C30-9936-23C6BD84DF4A}" type="presParOf" srcId="{944B24A7-5640-433A-90BC-060882D24C5E}" destId="{E998F117-4D66-4FC0-9871-C1E88DBA4D2F}" srcOrd="4" destOrd="0" presId="urn:microsoft.com/office/officeart/2005/8/layout/cycle4"/>
    <dgm:cxn modelId="{85965D43-72ED-42B3-A0C3-8BC0C92E9C6F}" type="presParOf" srcId="{EDDD51A6-59B6-47DB-8A7C-2C62392F3552}" destId="{36A398E0-D71A-4272-A9DA-D4A461D283F5}" srcOrd="2" destOrd="0" presId="urn:microsoft.com/office/officeart/2005/8/layout/cycle4"/>
    <dgm:cxn modelId="{D2DDD5D2-0891-42EC-9F2C-1A43C5A670AB}" type="presParOf" srcId="{EDDD51A6-59B6-47DB-8A7C-2C62392F3552}" destId="{33FA7CED-4DD7-44B1-92AF-61FFBCF17C59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647BCF-4C23-4336-AD89-A250C0D3956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F689DC3-89ED-46E2-97EE-000C998B1958}" type="pres">
      <dgm:prSet presAssocID="{13647BCF-4C23-4336-AD89-A250C0D3956C}" presName="Name0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C8820AD7-2548-4BE7-B2E6-99B1CE969100}" type="presOf" srcId="{13647BCF-4C23-4336-AD89-A250C0D3956C}" destId="{CF689DC3-89ED-46E2-97EE-000C998B1958}" srcOrd="0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C75E78-8A58-4146-8161-E136F8905F99}" type="doc">
      <dgm:prSet loTypeId="urn:microsoft.com/office/officeart/2005/8/layout/lProcess3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06BFDDF-497D-49E5-9F61-40EAD85C916D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200" dirty="0"/>
            <a:t>1. </a:t>
          </a:r>
          <a:r>
            <a:rPr lang="ru-RU" sz="1200" dirty="0" err="1"/>
            <a:t>Парсинг</a:t>
          </a:r>
          <a:r>
            <a:rPr lang="ru-RU" sz="1200" dirty="0"/>
            <a:t> сайта </a:t>
          </a:r>
          <a:r>
            <a:rPr lang="en-US" sz="1200" dirty="0"/>
            <a:t>olimpiada.ru</a:t>
          </a:r>
          <a:endParaRPr lang="ru-RU" sz="1200" dirty="0"/>
        </a:p>
      </dgm:t>
    </dgm:pt>
    <dgm:pt modelId="{1F532F63-4198-4A7F-BD0B-AB47E5062C5F}" type="parTrans" cxnId="{7262B75D-15F4-48AE-B8EB-11C4CFC22C16}">
      <dgm:prSet/>
      <dgm:spPr/>
      <dgm:t>
        <a:bodyPr/>
        <a:lstStyle/>
        <a:p>
          <a:endParaRPr lang="ru-RU"/>
        </a:p>
      </dgm:t>
    </dgm:pt>
    <dgm:pt modelId="{F8E7D67C-79B0-4920-A20D-13CDFBDAD789}" type="sibTrans" cxnId="{7262B75D-15F4-48AE-B8EB-11C4CFC22C16}">
      <dgm:prSet/>
      <dgm:spPr/>
      <dgm:t>
        <a:bodyPr/>
        <a:lstStyle/>
        <a:p>
          <a:endParaRPr lang="ru-RU"/>
        </a:p>
      </dgm:t>
    </dgm:pt>
    <dgm:pt modelId="{BECB5DEF-7D33-4F36-BCE8-389B183AE0DF}">
      <dgm:prSet phldrT="[Текст]" custT="1"/>
      <dgm:spPr>
        <a:solidFill>
          <a:srgbClr val="156082"/>
        </a:solidFill>
      </dgm:spPr>
      <dgm:t>
        <a:bodyPr/>
        <a:lstStyle/>
        <a:p>
          <a:r>
            <a:rPr lang="ru-RU" sz="1200" dirty="0">
              <a:solidFill>
                <a:schemeClr val="bg1"/>
              </a:solidFill>
            </a:rPr>
            <a:t>- Разработка парсинга, интерфейса в </a:t>
          </a:r>
          <a:r>
            <a:rPr lang="en-US" sz="1200" dirty="0">
              <a:solidFill>
                <a:schemeClr val="bg1"/>
              </a:solidFill>
            </a:rPr>
            <a:t>PyCharm</a:t>
          </a:r>
          <a:endParaRPr lang="ru-RU" sz="1200" dirty="0">
            <a:solidFill>
              <a:schemeClr val="bg1"/>
            </a:solidFill>
          </a:endParaRPr>
        </a:p>
      </dgm:t>
    </dgm:pt>
    <dgm:pt modelId="{98CFDE43-8F70-462D-B9A5-131A180B9451}" type="parTrans" cxnId="{5D1371F6-5D4E-4EAE-9696-04D57FE5545C}">
      <dgm:prSet/>
      <dgm:spPr/>
      <dgm:t>
        <a:bodyPr/>
        <a:lstStyle/>
        <a:p>
          <a:endParaRPr lang="ru-RU"/>
        </a:p>
      </dgm:t>
    </dgm:pt>
    <dgm:pt modelId="{45C7D652-5421-432D-AB49-3A0DC4DAA513}" type="sibTrans" cxnId="{5D1371F6-5D4E-4EAE-9696-04D57FE5545C}">
      <dgm:prSet/>
      <dgm:spPr/>
      <dgm:t>
        <a:bodyPr/>
        <a:lstStyle/>
        <a:p>
          <a:endParaRPr lang="ru-RU"/>
        </a:p>
      </dgm:t>
    </dgm:pt>
    <dgm:pt modelId="{37A30905-285A-4BD1-A236-1FD0C2551B2D}">
      <dgm:prSet phldrT="[Текст]" custT="1"/>
      <dgm:spPr>
        <a:solidFill>
          <a:srgbClr val="156082"/>
        </a:solidFill>
      </dgm:spPr>
      <dgm:t>
        <a:bodyPr/>
        <a:lstStyle/>
        <a:p>
          <a:r>
            <a:rPr lang="ru-RU" sz="1200" dirty="0"/>
            <a:t>- Объединение с этапом 1</a:t>
          </a:r>
        </a:p>
        <a:p>
          <a:r>
            <a:rPr lang="ru-RU" sz="1200" dirty="0"/>
            <a:t>- Разработка сайта и тестирование</a:t>
          </a:r>
        </a:p>
      </dgm:t>
    </dgm:pt>
    <dgm:pt modelId="{57BD8A1F-23FB-478E-AD47-82A0D928A46A}" type="parTrans" cxnId="{805FC2B3-CD96-4126-9A3F-50EF18FC9032}">
      <dgm:prSet/>
      <dgm:spPr/>
      <dgm:t>
        <a:bodyPr/>
        <a:lstStyle/>
        <a:p>
          <a:endParaRPr lang="ru-RU"/>
        </a:p>
      </dgm:t>
    </dgm:pt>
    <dgm:pt modelId="{226B3157-BBAF-4810-94B4-828CA01A5B89}" type="sibTrans" cxnId="{805FC2B3-CD96-4126-9A3F-50EF18FC9032}">
      <dgm:prSet/>
      <dgm:spPr/>
      <dgm:t>
        <a:bodyPr/>
        <a:lstStyle/>
        <a:p>
          <a:endParaRPr lang="ru-RU"/>
        </a:p>
      </dgm:t>
    </dgm:pt>
    <dgm:pt modelId="{AB3F076C-47F1-4D90-8B56-0FC11DC97ECB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200" dirty="0"/>
            <a:t>3.</a:t>
          </a:r>
          <a:r>
            <a:rPr lang="ru-RU" sz="1200" dirty="0"/>
            <a:t>Загрузка и обработка  результатов олимпиад</a:t>
          </a:r>
        </a:p>
      </dgm:t>
    </dgm:pt>
    <dgm:pt modelId="{3BB6D0FA-F51C-4794-8699-4F9E88020E60}" type="parTrans" cxnId="{216D3AA8-C804-4B2D-8FC4-E29D98341A19}">
      <dgm:prSet/>
      <dgm:spPr/>
      <dgm:t>
        <a:bodyPr/>
        <a:lstStyle/>
        <a:p>
          <a:endParaRPr lang="ru-RU"/>
        </a:p>
      </dgm:t>
    </dgm:pt>
    <dgm:pt modelId="{88A2EE8F-B054-4C49-B442-AEA6E5225D35}" type="sibTrans" cxnId="{216D3AA8-C804-4B2D-8FC4-E29D98341A19}">
      <dgm:prSet/>
      <dgm:spPr/>
      <dgm:t>
        <a:bodyPr/>
        <a:lstStyle/>
        <a:p>
          <a:endParaRPr lang="ru-RU"/>
        </a:p>
      </dgm:t>
    </dgm:pt>
    <dgm:pt modelId="{374F31D3-BF5E-4E52-8812-6A79D7491458}">
      <dgm:prSet phldrT="[Текст]" custT="1"/>
      <dgm:spPr>
        <a:solidFill>
          <a:srgbClr val="156082"/>
        </a:solidFill>
      </dgm:spPr>
      <dgm:t>
        <a:bodyPr/>
        <a:lstStyle/>
        <a:p>
          <a:r>
            <a:rPr lang="ru-RU" sz="1200" dirty="0">
              <a:solidFill>
                <a:schemeClr val="bg1"/>
              </a:solidFill>
            </a:rPr>
            <a:t>- Разработка загрузки данных, способов хранения, вариантов обработки и вывода сводной информации</a:t>
          </a:r>
        </a:p>
        <a:p>
          <a:r>
            <a:rPr lang="ru-RU" sz="1200" dirty="0">
              <a:solidFill>
                <a:schemeClr val="bg1"/>
              </a:solidFill>
            </a:rPr>
            <a:t>- Тестирование на собственном сайте</a:t>
          </a:r>
        </a:p>
      </dgm:t>
    </dgm:pt>
    <dgm:pt modelId="{AAD2BA52-CBF2-4266-BF24-5BF69C16B3AC}" type="parTrans" cxnId="{BDDB59AB-5B55-46CF-9E0E-A2BA2A470549}">
      <dgm:prSet/>
      <dgm:spPr/>
      <dgm:t>
        <a:bodyPr/>
        <a:lstStyle/>
        <a:p>
          <a:endParaRPr lang="ru-RU"/>
        </a:p>
      </dgm:t>
    </dgm:pt>
    <dgm:pt modelId="{31B0D9E9-FFAE-437A-9F70-CDDAA7C51857}" type="sibTrans" cxnId="{BDDB59AB-5B55-46CF-9E0E-A2BA2A470549}">
      <dgm:prSet/>
      <dgm:spPr/>
      <dgm:t>
        <a:bodyPr/>
        <a:lstStyle/>
        <a:p>
          <a:endParaRPr lang="ru-RU"/>
        </a:p>
      </dgm:t>
    </dgm:pt>
    <dgm:pt modelId="{CF16E299-0802-4EE8-8C42-55CA1DAE8C3F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1200" dirty="0"/>
            <a:t>2. </a:t>
          </a:r>
          <a:r>
            <a:rPr lang="ru-RU" sz="1200" dirty="0"/>
            <a:t>Парсинг других сайтов олимпиад</a:t>
          </a:r>
        </a:p>
      </dgm:t>
    </dgm:pt>
    <dgm:pt modelId="{78C20E0F-0459-4EC2-BE45-4BB8F59139F8}" type="parTrans" cxnId="{7A9815D9-4880-4D2D-92D6-57E0522BF0DD}">
      <dgm:prSet/>
      <dgm:spPr/>
      <dgm:t>
        <a:bodyPr/>
        <a:lstStyle/>
        <a:p>
          <a:endParaRPr lang="ru-RU"/>
        </a:p>
      </dgm:t>
    </dgm:pt>
    <dgm:pt modelId="{234084FB-FD3B-46CE-A170-698E5C628AB0}" type="sibTrans" cxnId="{7A9815D9-4880-4D2D-92D6-57E0522BF0DD}">
      <dgm:prSet/>
      <dgm:spPr/>
      <dgm:t>
        <a:bodyPr/>
        <a:lstStyle/>
        <a:p>
          <a:endParaRPr lang="ru-RU"/>
        </a:p>
      </dgm:t>
    </dgm:pt>
    <dgm:pt modelId="{0925D4C9-2379-4892-994B-E43C17F285F9}" type="pres">
      <dgm:prSet presAssocID="{A1C75E78-8A58-4146-8161-E136F8905F99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3B4655C-1B1D-411C-8D42-8FA40A2F2453}" type="pres">
      <dgm:prSet presAssocID="{B06BFDDF-497D-49E5-9F61-40EAD85C916D}" presName="horFlow" presStyleCnt="0"/>
      <dgm:spPr/>
    </dgm:pt>
    <dgm:pt modelId="{0C1D5EBC-715E-4A80-BF45-65F000A226EF}" type="pres">
      <dgm:prSet presAssocID="{B06BFDDF-497D-49E5-9F61-40EAD85C916D}" presName="bigChev" presStyleLbl="node1" presStyleIdx="0" presStyleCnt="4" custLinFactX="-89735" custLinFactNeighborX="-100000"/>
      <dgm:spPr/>
    </dgm:pt>
    <dgm:pt modelId="{0FBDF8B2-9EDB-4CBF-AF19-1DD67B9301B2}" type="pres">
      <dgm:prSet presAssocID="{98CFDE43-8F70-462D-B9A5-131A180B9451}" presName="parTrans" presStyleCnt="0"/>
      <dgm:spPr/>
    </dgm:pt>
    <dgm:pt modelId="{3931A3B1-5D22-4BB9-AE8F-0D6C00D36C19}" type="pres">
      <dgm:prSet presAssocID="{BECB5DEF-7D33-4F36-BCE8-389B183AE0DF}" presName="node" presStyleLbl="alignAccFollowNode1" presStyleIdx="0" presStyleCnt="2" custScaleX="192372" custScaleY="119125" custLinFactX="-45776" custLinFactNeighborX="-100000" custLinFactNeighborY="404">
        <dgm:presLayoutVars>
          <dgm:bulletEnabled val="1"/>
        </dgm:presLayoutVars>
      </dgm:prSet>
      <dgm:spPr/>
    </dgm:pt>
    <dgm:pt modelId="{A9A880DA-4EB9-4D88-B8D8-768FDE18B1AD}" type="pres">
      <dgm:prSet presAssocID="{B06BFDDF-497D-49E5-9F61-40EAD85C916D}" presName="vSp" presStyleCnt="0"/>
      <dgm:spPr/>
    </dgm:pt>
    <dgm:pt modelId="{6A9B954D-754D-4644-AE5B-DB18C8941CEC}" type="pres">
      <dgm:prSet presAssocID="{CF16E299-0802-4EE8-8C42-55CA1DAE8C3F}" presName="horFlow" presStyleCnt="0"/>
      <dgm:spPr/>
    </dgm:pt>
    <dgm:pt modelId="{9CF9683F-F68B-403B-9973-C0E458DAF268}" type="pres">
      <dgm:prSet presAssocID="{CF16E299-0802-4EE8-8C42-55CA1DAE8C3F}" presName="bigChev" presStyleLbl="node1" presStyleIdx="1" presStyleCnt="4" custLinFactNeighborX="-87067" custLinFactNeighborY="39635"/>
      <dgm:spPr/>
    </dgm:pt>
    <dgm:pt modelId="{FC65DE5A-1C08-4479-A062-392D306BBCF1}" type="pres">
      <dgm:prSet presAssocID="{CF16E299-0802-4EE8-8C42-55CA1DAE8C3F}" presName="vSp" presStyleCnt="0"/>
      <dgm:spPr/>
    </dgm:pt>
    <dgm:pt modelId="{81A430AD-FCF9-45D5-961C-18B00C4AFE76}" type="pres">
      <dgm:prSet presAssocID="{37A30905-285A-4BD1-A236-1FD0C2551B2D}" presName="horFlow" presStyleCnt="0"/>
      <dgm:spPr/>
    </dgm:pt>
    <dgm:pt modelId="{EBFD2CCC-53A1-433C-AF89-F4CF8C0FD729}" type="pres">
      <dgm:prSet presAssocID="{37A30905-285A-4BD1-A236-1FD0C2551B2D}" presName="bigChev" presStyleLbl="node1" presStyleIdx="2" presStyleCnt="4" custScaleX="163870" custScaleY="101522" custLinFactNeighborX="34884" custLinFactNeighborY="-76105"/>
      <dgm:spPr/>
    </dgm:pt>
    <dgm:pt modelId="{9F89C1F9-20B5-4D49-B567-A54E36623ADB}" type="pres">
      <dgm:prSet presAssocID="{37A30905-285A-4BD1-A236-1FD0C2551B2D}" presName="vSp" presStyleCnt="0"/>
      <dgm:spPr/>
    </dgm:pt>
    <dgm:pt modelId="{27487B9C-9B56-483E-9658-D4BF017FCF75}" type="pres">
      <dgm:prSet presAssocID="{AB3F076C-47F1-4D90-8B56-0FC11DC97ECB}" presName="horFlow" presStyleCnt="0"/>
      <dgm:spPr/>
    </dgm:pt>
    <dgm:pt modelId="{9080BC37-EED8-4561-AC8E-474F14DA75A1}" type="pres">
      <dgm:prSet presAssocID="{AB3F076C-47F1-4D90-8B56-0FC11DC97ECB}" presName="bigChev" presStyleLbl="node1" presStyleIdx="3" presStyleCnt="4" custLinFactX="-62030" custLinFactNeighborX="-100000" custLinFactNeighborY="-30992"/>
      <dgm:spPr/>
    </dgm:pt>
    <dgm:pt modelId="{7737EED5-CB40-43F3-8340-975E47F00A81}" type="pres">
      <dgm:prSet presAssocID="{AAD2BA52-CBF2-4266-BF24-5BF69C16B3AC}" presName="parTrans" presStyleCnt="0"/>
      <dgm:spPr/>
    </dgm:pt>
    <dgm:pt modelId="{684539F8-D6E0-495E-B4FB-F43F8E360ED1}" type="pres">
      <dgm:prSet presAssocID="{374F31D3-BF5E-4E52-8812-6A79D7491458}" presName="node" presStyleLbl="alignAccFollowNode1" presStyleIdx="1" presStyleCnt="2" custScaleX="195324" custScaleY="121543" custLinFactX="-47118" custLinFactNeighborX="-100000" custLinFactNeighborY="-36187">
        <dgm:presLayoutVars>
          <dgm:bulletEnabled val="1"/>
        </dgm:presLayoutVars>
      </dgm:prSet>
      <dgm:spPr/>
    </dgm:pt>
  </dgm:ptLst>
  <dgm:cxnLst>
    <dgm:cxn modelId="{959D4322-3FE6-4E20-B365-32D7DB424DAF}" type="presOf" srcId="{37A30905-285A-4BD1-A236-1FD0C2551B2D}" destId="{EBFD2CCC-53A1-433C-AF89-F4CF8C0FD729}" srcOrd="0" destOrd="0" presId="urn:microsoft.com/office/officeart/2005/8/layout/lProcess3"/>
    <dgm:cxn modelId="{0DE36F5C-67AE-4D96-B36D-A3DC8DD20696}" type="presOf" srcId="{CF16E299-0802-4EE8-8C42-55CA1DAE8C3F}" destId="{9CF9683F-F68B-403B-9973-C0E458DAF268}" srcOrd="0" destOrd="0" presId="urn:microsoft.com/office/officeart/2005/8/layout/lProcess3"/>
    <dgm:cxn modelId="{7262B75D-15F4-48AE-B8EB-11C4CFC22C16}" srcId="{A1C75E78-8A58-4146-8161-E136F8905F99}" destId="{B06BFDDF-497D-49E5-9F61-40EAD85C916D}" srcOrd="0" destOrd="0" parTransId="{1F532F63-4198-4A7F-BD0B-AB47E5062C5F}" sibTransId="{F8E7D67C-79B0-4920-A20D-13CDFBDAD789}"/>
    <dgm:cxn modelId="{7EA52179-4B44-46DE-B49D-CC7A1A8AB2E3}" type="presOf" srcId="{374F31D3-BF5E-4E52-8812-6A79D7491458}" destId="{684539F8-D6E0-495E-B4FB-F43F8E360ED1}" srcOrd="0" destOrd="0" presId="urn:microsoft.com/office/officeart/2005/8/layout/lProcess3"/>
    <dgm:cxn modelId="{D330F98D-FC1E-4792-B82F-F49BAF0D7769}" type="presOf" srcId="{BECB5DEF-7D33-4F36-BCE8-389B183AE0DF}" destId="{3931A3B1-5D22-4BB9-AE8F-0D6C00D36C19}" srcOrd="0" destOrd="0" presId="urn:microsoft.com/office/officeart/2005/8/layout/lProcess3"/>
    <dgm:cxn modelId="{4F8154A7-55E6-455A-AC25-A01A626BEA4D}" type="presOf" srcId="{B06BFDDF-497D-49E5-9F61-40EAD85C916D}" destId="{0C1D5EBC-715E-4A80-BF45-65F000A226EF}" srcOrd="0" destOrd="0" presId="urn:microsoft.com/office/officeart/2005/8/layout/lProcess3"/>
    <dgm:cxn modelId="{216D3AA8-C804-4B2D-8FC4-E29D98341A19}" srcId="{A1C75E78-8A58-4146-8161-E136F8905F99}" destId="{AB3F076C-47F1-4D90-8B56-0FC11DC97ECB}" srcOrd="3" destOrd="0" parTransId="{3BB6D0FA-F51C-4794-8699-4F9E88020E60}" sibTransId="{88A2EE8F-B054-4C49-B442-AEA6E5225D35}"/>
    <dgm:cxn modelId="{BDDB59AB-5B55-46CF-9E0E-A2BA2A470549}" srcId="{AB3F076C-47F1-4D90-8B56-0FC11DC97ECB}" destId="{374F31D3-BF5E-4E52-8812-6A79D7491458}" srcOrd="0" destOrd="0" parTransId="{AAD2BA52-CBF2-4266-BF24-5BF69C16B3AC}" sibTransId="{31B0D9E9-FFAE-437A-9F70-CDDAA7C51857}"/>
    <dgm:cxn modelId="{B89BB8AC-E667-48E0-A5B3-5F19263D1579}" type="presOf" srcId="{AB3F076C-47F1-4D90-8B56-0FC11DC97ECB}" destId="{9080BC37-EED8-4561-AC8E-474F14DA75A1}" srcOrd="0" destOrd="0" presId="urn:microsoft.com/office/officeart/2005/8/layout/lProcess3"/>
    <dgm:cxn modelId="{805FC2B3-CD96-4126-9A3F-50EF18FC9032}" srcId="{A1C75E78-8A58-4146-8161-E136F8905F99}" destId="{37A30905-285A-4BD1-A236-1FD0C2551B2D}" srcOrd="2" destOrd="0" parTransId="{57BD8A1F-23FB-478E-AD47-82A0D928A46A}" sibTransId="{226B3157-BBAF-4810-94B4-828CA01A5B89}"/>
    <dgm:cxn modelId="{7A9815D9-4880-4D2D-92D6-57E0522BF0DD}" srcId="{A1C75E78-8A58-4146-8161-E136F8905F99}" destId="{CF16E299-0802-4EE8-8C42-55CA1DAE8C3F}" srcOrd="1" destOrd="0" parTransId="{78C20E0F-0459-4EC2-BE45-4BB8F59139F8}" sibTransId="{234084FB-FD3B-46CE-A170-698E5C628AB0}"/>
    <dgm:cxn modelId="{33FC38DB-97E2-4762-9B36-AF40C589F134}" type="presOf" srcId="{A1C75E78-8A58-4146-8161-E136F8905F99}" destId="{0925D4C9-2379-4892-994B-E43C17F285F9}" srcOrd="0" destOrd="0" presId="urn:microsoft.com/office/officeart/2005/8/layout/lProcess3"/>
    <dgm:cxn modelId="{5D1371F6-5D4E-4EAE-9696-04D57FE5545C}" srcId="{B06BFDDF-497D-49E5-9F61-40EAD85C916D}" destId="{BECB5DEF-7D33-4F36-BCE8-389B183AE0DF}" srcOrd="0" destOrd="0" parTransId="{98CFDE43-8F70-462D-B9A5-131A180B9451}" sibTransId="{45C7D652-5421-432D-AB49-3A0DC4DAA513}"/>
    <dgm:cxn modelId="{A091C663-10D4-4FCF-9D05-038EE468E03E}" type="presParOf" srcId="{0925D4C9-2379-4892-994B-E43C17F285F9}" destId="{C3B4655C-1B1D-411C-8D42-8FA40A2F2453}" srcOrd="0" destOrd="0" presId="urn:microsoft.com/office/officeart/2005/8/layout/lProcess3"/>
    <dgm:cxn modelId="{21FE9399-DE97-4F99-A89F-7614C01ECDE7}" type="presParOf" srcId="{C3B4655C-1B1D-411C-8D42-8FA40A2F2453}" destId="{0C1D5EBC-715E-4A80-BF45-65F000A226EF}" srcOrd="0" destOrd="0" presId="urn:microsoft.com/office/officeart/2005/8/layout/lProcess3"/>
    <dgm:cxn modelId="{D51206E9-BFA3-499A-B2F2-CBB7BF835A4B}" type="presParOf" srcId="{C3B4655C-1B1D-411C-8D42-8FA40A2F2453}" destId="{0FBDF8B2-9EDB-4CBF-AF19-1DD67B9301B2}" srcOrd="1" destOrd="0" presId="urn:microsoft.com/office/officeart/2005/8/layout/lProcess3"/>
    <dgm:cxn modelId="{866E7107-1B77-4DA2-BC61-87631625C3BA}" type="presParOf" srcId="{C3B4655C-1B1D-411C-8D42-8FA40A2F2453}" destId="{3931A3B1-5D22-4BB9-AE8F-0D6C00D36C19}" srcOrd="2" destOrd="0" presId="urn:microsoft.com/office/officeart/2005/8/layout/lProcess3"/>
    <dgm:cxn modelId="{1E69CF9D-96D0-4E4A-B580-91371B3193F6}" type="presParOf" srcId="{0925D4C9-2379-4892-994B-E43C17F285F9}" destId="{A9A880DA-4EB9-4D88-B8D8-768FDE18B1AD}" srcOrd="1" destOrd="0" presId="urn:microsoft.com/office/officeart/2005/8/layout/lProcess3"/>
    <dgm:cxn modelId="{40BBA7D3-40B0-4BEB-A737-07A10CA500E6}" type="presParOf" srcId="{0925D4C9-2379-4892-994B-E43C17F285F9}" destId="{6A9B954D-754D-4644-AE5B-DB18C8941CEC}" srcOrd="2" destOrd="0" presId="urn:microsoft.com/office/officeart/2005/8/layout/lProcess3"/>
    <dgm:cxn modelId="{5E4130DA-949D-49FE-BDD4-569BFD6B99F3}" type="presParOf" srcId="{6A9B954D-754D-4644-AE5B-DB18C8941CEC}" destId="{9CF9683F-F68B-403B-9973-C0E458DAF268}" srcOrd="0" destOrd="0" presId="urn:microsoft.com/office/officeart/2005/8/layout/lProcess3"/>
    <dgm:cxn modelId="{8EAC8DD3-B818-43FC-AD8C-C6243E3ADB36}" type="presParOf" srcId="{0925D4C9-2379-4892-994B-E43C17F285F9}" destId="{FC65DE5A-1C08-4479-A062-392D306BBCF1}" srcOrd="3" destOrd="0" presId="urn:microsoft.com/office/officeart/2005/8/layout/lProcess3"/>
    <dgm:cxn modelId="{E8E313D7-42B1-41F0-BF7A-1F673D308614}" type="presParOf" srcId="{0925D4C9-2379-4892-994B-E43C17F285F9}" destId="{81A430AD-FCF9-45D5-961C-18B00C4AFE76}" srcOrd="4" destOrd="0" presId="urn:microsoft.com/office/officeart/2005/8/layout/lProcess3"/>
    <dgm:cxn modelId="{C650F59C-1283-4B9D-B0F3-B84C21E75CAA}" type="presParOf" srcId="{81A430AD-FCF9-45D5-961C-18B00C4AFE76}" destId="{EBFD2CCC-53A1-433C-AF89-F4CF8C0FD729}" srcOrd="0" destOrd="0" presId="urn:microsoft.com/office/officeart/2005/8/layout/lProcess3"/>
    <dgm:cxn modelId="{BD306A92-0527-4CDA-8C71-41311405D13E}" type="presParOf" srcId="{0925D4C9-2379-4892-994B-E43C17F285F9}" destId="{9F89C1F9-20B5-4D49-B567-A54E36623ADB}" srcOrd="5" destOrd="0" presId="urn:microsoft.com/office/officeart/2005/8/layout/lProcess3"/>
    <dgm:cxn modelId="{BE5672C1-814D-4B73-8A31-168B7863E35D}" type="presParOf" srcId="{0925D4C9-2379-4892-994B-E43C17F285F9}" destId="{27487B9C-9B56-483E-9658-D4BF017FCF75}" srcOrd="6" destOrd="0" presId="urn:microsoft.com/office/officeart/2005/8/layout/lProcess3"/>
    <dgm:cxn modelId="{5823C1CF-6C01-4001-B403-BFA3122FD84A}" type="presParOf" srcId="{27487B9C-9B56-483E-9658-D4BF017FCF75}" destId="{9080BC37-EED8-4561-AC8E-474F14DA75A1}" srcOrd="0" destOrd="0" presId="urn:microsoft.com/office/officeart/2005/8/layout/lProcess3"/>
    <dgm:cxn modelId="{3E2FD3D0-3405-493B-88C4-871568EC5574}" type="presParOf" srcId="{27487B9C-9B56-483E-9658-D4BF017FCF75}" destId="{7737EED5-CB40-43F3-8340-975E47F00A81}" srcOrd="1" destOrd="0" presId="urn:microsoft.com/office/officeart/2005/8/layout/lProcess3"/>
    <dgm:cxn modelId="{6A751F0A-4FCE-422A-8C47-042B221DC69B}" type="presParOf" srcId="{27487B9C-9B56-483E-9658-D4BF017FCF75}" destId="{684539F8-D6E0-495E-B4FB-F43F8E360ED1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34DDBF-8E8C-4A74-84C2-BCD444FAF8E4}" type="doc">
      <dgm:prSet loTypeId="urn:microsoft.com/office/officeart/2005/8/layout/default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7454D40-A309-437D-AA5C-48E89AED0885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ru-RU" sz="3200" dirty="0">
              <a:solidFill>
                <a:schemeClr val="bg1"/>
              </a:solidFill>
            </a:rPr>
            <a:t>Тестирование на новом сайте «Центра Талантов Кемерово»</a:t>
          </a:r>
        </a:p>
      </dgm:t>
    </dgm:pt>
    <dgm:pt modelId="{E6D228C6-D23A-46DB-A730-D528ED0203FF}" type="parTrans" cxnId="{CA17BE7F-D4ED-49A7-A67C-444C099AE401}">
      <dgm:prSet/>
      <dgm:spPr/>
      <dgm:t>
        <a:bodyPr/>
        <a:lstStyle/>
        <a:p>
          <a:endParaRPr lang="ru-RU"/>
        </a:p>
      </dgm:t>
    </dgm:pt>
    <dgm:pt modelId="{25670E7E-703A-44A4-A185-E6F2DEAF6908}" type="sibTrans" cxnId="{CA17BE7F-D4ED-49A7-A67C-444C099AE401}">
      <dgm:prSet/>
      <dgm:spPr/>
      <dgm:t>
        <a:bodyPr/>
        <a:lstStyle/>
        <a:p>
          <a:endParaRPr lang="ru-RU"/>
        </a:p>
      </dgm:t>
    </dgm:pt>
    <dgm:pt modelId="{B0730FEF-82CF-4547-94F0-18188CDD4CF4}" type="pres">
      <dgm:prSet presAssocID="{5434DDBF-8E8C-4A74-84C2-BCD444FAF8E4}" presName="diagram" presStyleCnt="0">
        <dgm:presLayoutVars>
          <dgm:dir/>
          <dgm:resizeHandles val="exact"/>
        </dgm:presLayoutVars>
      </dgm:prSet>
      <dgm:spPr/>
    </dgm:pt>
    <dgm:pt modelId="{3AB6CFC1-6006-4F33-9B04-5B58F0416C07}" type="pres">
      <dgm:prSet presAssocID="{F7454D40-A309-437D-AA5C-48E89AED0885}" presName="node" presStyleLbl="node1" presStyleIdx="0" presStyleCnt="1" custLinFactNeighborY="9472">
        <dgm:presLayoutVars>
          <dgm:bulletEnabled val="1"/>
        </dgm:presLayoutVars>
      </dgm:prSet>
      <dgm:spPr/>
    </dgm:pt>
  </dgm:ptLst>
  <dgm:cxnLst>
    <dgm:cxn modelId="{03B19414-4896-463E-8892-852BF4D8DBFE}" type="presOf" srcId="{5434DDBF-8E8C-4A74-84C2-BCD444FAF8E4}" destId="{B0730FEF-82CF-4547-94F0-18188CDD4CF4}" srcOrd="0" destOrd="0" presId="urn:microsoft.com/office/officeart/2005/8/layout/default"/>
    <dgm:cxn modelId="{F2706E1A-0FF9-4814-9CC1-0D48D5897FAF}" type="presOf" srcId="{F7454D40-A309-437D-AA5C-48E89AED0885}" destId="{3AB6CFC1-6006-4F33-9B04-5B58F0416C07}" srcOrd="0" destOrd="0" presId="urn:microsoft.com/office/officeart/2005/8/layout/default"/>
    <dgm:cxn modelId="{CA17BE7F-D4ED-49A7-A67C-444C099AE401}" srcId="{5434DDBF-8E8C-4A74-84C2-BCD444FAF8E4}" destId="{F7454D40-A309-437D-AA5C-48E89AED0885}" srcOrd="0" destOrd="0" parTransId="{E6D228C6-D23A-46DB-A730-D528ED0203FF}" sibTransId="{25670E7E-703A-44A4-A185-E6F2DEAF6908}"/>
    <dgm:cxn modelId="{167F47BA-A9D8-4C93-A844-FBE5D72EBD01}" type="presParOf" srcId="{B0730FEF-82CF-4547-94F0-18188CDD4CF4}" destId="{3AB6CFC1-6006-4F33-9B04-5B58F0416C0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3647BCF-4C23-4336-AD89-A250C0D3956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F689DC3-89ED-46E2-97EE-000C998B1958}" type="pres">
      <dgm:prSet presAssocID="{13647BCF-4C23-4336-AD89-A250C0D3956C}" presName="Name0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C8820AD7-2548-4BE7-B2E6-99B1CE969100}" type="presOf" srcId="{13647BCF-4C23-4336-AD89-A250C0D3956C}" destId="{CF689DC3-89ED-46E2-97EE-000C998B1958}" srcOrd="0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2F05E-3812-4CA4-9DDF-D97F795EA643}">
      <dsp:nvSpPr>
        <dsp:cNvPr id="0" name=""/>
        <dsp:cNvSpPr/>
      </dsp:nvSpPr>
      <dsp:spPr>
        <a:xfrm>
          <a:off x="1285622" y="452025"/>
          <a:ext cx="6058744" cy="4831607"/>
        </a:xfrm>
        <a:prstGeom prst="rect">
          <a:avLst/>
        </a:prstGeom>
        <a:solidFill>
          <a:schemeClr val="accent1">
            <a:lumMod val="75000"/>
            <a:alpha val="9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3B7E4-ADAC-4981-9122-A800E576173D}">
      <dsp:nvSpPr>
        <dsp:cNvPr id="0" name=""/>
        <dsp:cNvSpPr/>
      </dsp:nvSpPr>
      <dsp:spPr>
        <a:xfrm>
          <a:off x="271835" y="3638"/>
          <a:ext cx="1469868" cy="1191122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Проблемы</a:t>
          </a:r>
        </a:p>
      </dsp:txBody>
      <dsp:txXfrm>
        <a:off x="487092" y="178074"/>
        <a:ext cx="1039354" cy="842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C284B-DA14-47FD-A6FF-33B6490F0B95}">
      <dsp:nvSpPr>
        <dsp:cNvPr id="0" name=""/>
        <dsp:cNvSpPr/>
      </dsp:nvSpPr>
      <dsp:spPr>
        <a:xfrm>
          <a:off x="0" y="308637"/>
          <a:ext cx="5377650" cy="5967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Найти какие олимпиады и где проходят по конкретному предмету</a:t>
          </a:r>
        </a:p>
      </dsp:txBody>
      <dsp:txXfrm>
        <a:off x="29128" y="337765"/>
        <a:ext cx="5319394" cy="538444"/>
      </dsp:txXfrm>
    </dsp:sp>
    <dsp:sp modelId="{D0728C4F-A79F-4AFC-A0C4-C0CD9DDD491F}">
      <dsp:nvSpPr>
        <dsp:cNvPr id="0" name=""/>
        <dsp:cNvSpPr/>
      </dsp:nvSpPr>
      <dsp:spPr>
        <a:xfrm>
          <a:off x="0" y="948537"/>
          <a:ext cx="5377650" cy="5967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Получить ссылку на официальный сайт олимпиады</a:t>
          </a:r>
        </a:p>
      </dsp:txBody>
      <dsp:txXfrm>
        <a:off x="29128" y="977665"/>
        <a:ext cx="5319394" cy="538444"/>
      </dsp:txXfrm>
    </dsp:sp>
    <dsp:sp modelId="{096A5EE0-F47B-4480-A8BA-4328F158883D}">
      <dsp:nvSpPr>
        <dsp:cNvPr id="0" name=""/>
        <dsp:cNvSpPr/>
      </dsp:nvSpPr>
      <dsp:spPr>
        <a:xfrm>
          <a:off x="0" y="1588437"/>
          <a:ext cx="5377650" cy="5967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Напомнить про олимпиаду</a:t>
          </a:r>
        </a:p>
      </dsp:txBody>
      <dsp:txXfrm>
        <a:off x="29128" y="1617565"/>
        <a:ext cx="5319394" cy="538444"/>
      </dsp:txXfrm>
    </dsp:sp>
    <dsp:sp modelId="{121CEC39-8827-45F8-AF06-500490D58F6D}">
      <dsp:nvSpPr>
        <dsp:cNvPr id="0" name=""/>
        <dsp:cNvSpPr/>
      </dsp:nvSpPr>
      <dsp:spPr>
        <a:xfrm>
          <a:off x="0" y="2228337"/>
          <a:ext cx="5377650" cy="5967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Сохранить результаты участия в олимпиадах</a:t>
          </a:r>
        </a:p>
      </dsp:txBody>
      <dsp:txXfrm>
        <a:off x="29128" y="2257465"/>
        <a:ext cx="5319394" cy="538444"/>
      </dsp:txXfrm>
    </dsp:sp>
    <dsp:sp modelId="{03E2951F-9E34-4BA9-B478-1CCCD9E732AA}">
      <dsp:nvSpPr>
        <dsp:cNvPr id="0" name=""/>
        <dsp:cNvSpPr/>
      </dsp:nvSpPr>
      <dsp:spPr>
        <a:xfrm>
          <a:off x="0" y="2868237"/>
          <a:ext cx="5377650" cy="5967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Узнать в каких олимпиадах принимали участие учащиеся образовательного учреждения и их результаты</a:t>
          </a:r>
        </a:p>
      </dsp:txBody>
      <dsp:txXfrm>
        <a:off x="29128" y="2897365"/>
        <a:ext cx="5319394" cy="538444"/>
      </dsp:txXfrm>
    </dsp:sp>
    <dsp:sp modelId="{3FB84AF9-EFE2-4DD0-9F27-23C1704CD65F}">
      <dsp:nvSpPr>
        <dsp:cNvPr id="0" name=""/>
        <dsp:cNvSpPr/>
      </dsp:nvSpPr>
      <dsp:spPr>
        <a:xfrm>
          <a:off x="0" y="3508138"/>
          <a:ext cx="5377650" cy="5967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Составление рейтинга учащихся, классов, учреждений в школе, городе, регионе, стране по победам в олимпиадах</a:t>
          </a:r>
        </a:p>
      </dsp:txBody>
      <dsp:txXfrm>
        <a:off x="29128" y="3537266"/>
        <a:ext cx="5319394" cy="5384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B3D0A-4669-487A-8F55-72C98D59E73A}">
      <dsp:nvSpPr>
        <dsp:cNvPr id="0" name=""/>
        <dsp:cNvSpPr/>
      </dsp:nvSpPr>
      <dsp:spPr>
        <a:xfrm>
          <a:off x="1214068" y="0"/>
          <a:ext cx="695605" cy="69560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DF496-1950-4D90-8246-9DE904F710A2}">
      <dsp:nvSpPr>
        <dsp:cNvPr id="0" name=""/>
        <dsp:cNvSpPr/>
      </dsp:nvSpPr>
      <dsp:spPr>
        <a:xfrm>
          <a:off x="1283629" y="69560"/>
          <a:ext cx="556484" cy="556484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0767B1-5B7E-44A9-9668-0F50EEF93F17}">
      <dsp:nvSpPr>
        <dsp:cNvPr id="0" name=""/>
        <dsp:cNvSpPr/>
      </dsp:nvSpPr>
      <dsp:spPr>
        <a:xfrm>
          <a:off x="1831348" y="695605"/>
          <a:ext cx="2504321" cy="2927340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bg1"/>
              </a:solidFill>
            </a:rPr>
            <a:t>Программа «</a:t>
          </a:r>
          <a:r>
            <a:rPr lang="en-US" sz="1800" kern="1200" dirty="0">
              <a:solidFill>
                <a:schemeClr val="bg1"/>
              </a:solidFill>
            </a:rPr>
            <a:t>SSOR</a:t>
          </a:r>
          <a:r>
            <a:rPr lang="ru-RU" sz="1800" kern="1200" dirty="0">
              <a:solidFill>
                <a:schemeClr val="bg1"/>
              </a:solidFill>
            </a:rPr>
            <a:t>»</a:t>
          </a:r>
          <a:r>
            <a:rPr lang="en-US" sz="1800" kern="1200" dirty="0">
              <a:solidFill>
                <a:schemeClr val="bg1"/>
              </a:solidFill>
            </a:rPr>
            <a:t> </a:t>
          </a:r>
          <a:r>
            <a:rPr lang="ru-RU" sz="1800" kern="1200" dirty="0">
              <a:solidFill>
                <a:schemeClr val="bg1"/>
              </a:solidFill>
            </a:rPr>
            <a:t>-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bg1"/>
              </a:solidFill>
            </a:rPr>
            <a:t>Автоматизированная программа поиска и хранения информации об олимпиадах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>
              <a:solidFill>
                <a:schemeClr val="bg1"/>
              </a:solidFill>
            </a:rPr>
            <a:t>Всё в одном </a:t>
          </a:r>
          <a:r>
            <a:rPr lang="ru-RU" sz="1800" kern="1200" dirty="0">
              <a:solidFill>
                <a:schemeClr val="bg1"/>
              </a:solidFill>
            </a:rPr>
            <a:t>источнике</a:t>
          </a:r>
        </a:p>
      </dsp:txBody>
      <dsp:txXfrm>
        <a:off x="1831348" y="695605"/>
        <a:ext cx="2504321" cy="2927340"/>
      </dsp:txXfrm>
    </dsp:sp>
    <dsp:sp modelId="{B77BD676-6F7C-4487-91AA-325D814E298D}">
      <dsp:nvSpPr>
        <dsp:cNvPr id="0" name=""/>
        <dsp:cNvSpPr/>
      </dsp:nvSpPr>
      <dsp:spPr>
        <a:xfrm>
          <a:off x="2036657" y="105596"/>
          <a:ext cx="4130360" cy="589463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bg1"/>
              </a:solidFill>
            </a:rPr>
            <a:t>Предлагаемое решение</a:t>
          </a:r>
        </a:p>
      </dsp:txBody>
      <dsp:txXfrm>
        <a:off x="2036657" y="105596"/>
        <a:ext cx="4130360" cy="5894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B3D0A-4669-487A-8F55-72C98D59E73A}">
      <dsp:nvSpPr>
        <dsp:cNvPr id="0" name=""/>
        <dsp:cNvSpPr/>
      </dsp:nvSpPr>
      <dsp:spPr>
        <a:xfrm>
          <a:off x="1632913" y="0"/>
          <a:ext cx="696285" cy="696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DF496-1950-4D90-8246-9DE904F710A2}">
      <dsp:nvSpPr>
        <dsp:cNvPr id="0" name=""/>
        <dsp:cNvSpPr/>
      </dsp:nvSpPr>
      <dsp:spPr>
        <a:xfrm>
          <a:off x="1702542" y="69628"/>
          <a:ext cx="557028" cy="557028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0767B1-5B7E-44A9-9668-0F50EEF93F17}">
      <dsp:nvSpPr>
        <dsp:cNvPr id="0" name=""/>
        <dsp:cNvSpPr/>
      </dsp:nvSpPr>
      <dsp:spPr>
        <a:xfrm>
          <a:off x="2474259" y="696285"/>
          <a:ext cx="2059845" cy="2930202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bg1"/>
              </a:solidFill>
            </a:rPr>
            <a:t>Возможно только из разных источников, поэтому сложно и долго</a:t>
          </a:r>
        </a:p>
      </dsp:txBody>
      <dsp:txXfrm>
        <a:off x="2474259" y="696285"/>
        <a:ext cx="2059845" cy="2930202"/>
      </dsp:txXfrm>
    </dsp:sp>
    <dsp:sp modelId="{B77BD676-6F7C-4487-91AA-325D814E298D}">
      <dsp:nvSpPr>
        <dsp:cNvPr id="0" name=""/>
        <dsp:cNvSpPr/>
      </dsp:nvSpPr>
      <dsp:spPr>
        <a:xfrm>
          <a:off x="2474259" y="0"/>
          <a:ext cx="2059845" cy="69628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chemeClr val="bg1"/>
              </a:solidFill>
            </a:rPr>
            <a:t>Сейчас</a:t>
          </a:r>
        </a:p>
      </dsp:txBody>
      <dsp:txXfrm>
        <a:off x="2474259" y="0"/>
        <a:ext cx="2059845" cy="6962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C6DC3-D8B6-4EB1-A15A-0C7AC0A48FE5}">
      <dsp:nvSpPr>
        <dsp:cNvPr id="0" name=""/>
        <dsp:cNvSpPr/>
      </dsp:nvSpPr>
      <dsp:spPr>
        <a:xfrm>
          <a:off x="-6454942" y="-987269"/>
          <a:ext cx="7683083" cy="7683083"/>
        </a:xfrm>
        <a:prstGeom prst="blockArc">
          <a:avLst>
            <a:gd name="adj1" fmla="val 18900000"/>
            <a:gd name="adj2" fmla="val 2700000"/>
            <a:gd name="adj3" fmla="val 28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8F7454-923C-4DC1-8372-A56D9D0AEAF0}">
      <dsp:nvSpPr>
        <dsp:cNvPr id="0" name=""/>
        <dsp:cNvSpPr/>
      </dsp:nvSpPr>
      <dsp:spPr>
        <a:xfrm>
          <a:off x="457155" y="300611"/>
          <a:ext cx="4085227" cy="600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040" tIns="30480" rIns="30480" bIns="3048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Автоматизация поиска олимпиад</a:t>
          </a:r>
          <a:endParaRPr lang="ru-RU" sz="1200" b="1" kern="1200" dirty="0"/>
        </a:p>
      </dsp:txBody>
      <dsp:txXfrm>
        <a:off x="457155" y="300611"/>
        <a:ext cx="4085227" cy="600995"/>
      </dsp:txXfrm>
    </dsp:sp>
    <dsp:sp modelId="{CC8167EC-93AD-42EB-A90B-AB8944FFAD5E}">
      <dsp:nvSpPr>
        <dsp:cNvPr id="0" name=""/>
        <dsp:cNvSpPr/>
      </dsp:nvSpPr>
      <dsp:spPr>
        <a:xfrm>
          <a:off x="81533" y="225487"/>
          <a:ext cx="751244" cy="7512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DC099-31F2-49E9-ABBF-6C97A63744E8}">
      <dsp:nvSpPr>
        <dsp:cNvPr id="0" name=""/>
        <dsp:cNvSpPr/>
      </dsp:nvSpPr>
      <dsp:spPr>
        <a:xfrm>
          <a:off x="951515" y="1201991"/>
          <a:ext cx="3590867" cy="600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040" tIns="30480" rIns="30480" bIns="3048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Напоминание об олимпиаде</a:t>
          </a:r>
        </a:p>
      </dsp:txBody>
      <dsp:txXfrm>
        <a:off x="951515" y="1201991"/>
        <a:ext cx="3590867" cy="600995"/>
      </dsp:txXfrm>
    </dsp:sp>
    <dsp:sp modelId="{BFDCBE28-BB62-40E4-8E4F-7E6236D45AE5}">
      <dsp:nvSpPr>
        <dsp:cNvPr id="0" name=""/>
        <dsp:cNvSpPr/>
      </dsp:nvSpPr>
      <dsp:spPr>
        <a:xfrm>
          <a:off x="575893" y="1126866"/>
          <a:ext cx="751244" cy="7512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83250-2B04-41A8-B447-11A22D323FD1}">
      <dsp:nvSpPr>
        <dsp:cNvPr id="0" name=""/>
        <dsp:cNvSpPr/>
      </dsp:nvSpPr>
      <dsp:spPr>
        <a:xfrm>
          <a:off x="1177573" y="2103370"/>
          <a:ext cx="3364809" cy="600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040" tIns="30480" rIns="30480" bIns="3048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Получение ссылки на основной сайт олимпиады</a:t>
          </a:r>
          <a:endParaRPr lang="ru-RU" sz="1200" b="1" kern="1200" dirty="0"/>
        </a:p>
      </dsp:txBody>
      <dsp:txXfrm>
        <a:off x="1177573" y="2103370"/>
        <a:ext cx="3364809" cy="600995"/>
      </dsp:txXfrm>
    </dsp:sp>
    <dsp:sp modelId="{8B9195D9-6B3F-4315-A647-AAE61069FFB3}">
      <dsp:nvSpPr>
        <dsp:cNvPr id="0" name=""/>
        <dsp:cNvSpPr/>
      </dsp:nvSpPr>
      <dsp:spPr>
        <a:xfrm>
          <a:off x="801951" y="2028245"/>
          <a:ext cx="751244" cy="7512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A3EDA-FE04-4826-8A75-2BA82D2CB94C}">
      <dsp:nvSpPr>
        <dsp:cNvPr id="0" name=""/>
        <dsp:cNvSpPr/>
      </dsp:nvSpPr>
      <dsp:spPr>
        <a:xfrm>
          <a:off x="1177573" y="3004178"/>
          <a:ext cx="3364809" cy="600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040" tIns="30480" rIns="30480" bIns="3048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Сохранение результатов олимпиад</a:t>
          </a:r>
          <a:endParaRPr lang="ru-RU" sz="1200" b="1" kern="1200" dirty="0"/>
        </a:p>
      </dsp:txBody>
      <dsp:txXfrm>
        <a:off x="1177573" y="3004178"/>
        <a:ext cx="3364809" cy="600995"/>
      </dsp:txXfrm>
    </dsp:sp>
    <dsp:sp modelId="{34E6B435-8F89-46C1-B3E0-8D9772C995FC}">
      <dsp:nvSpPr>
        <dsp:cNvPr id="0" name=""/>
        <dsp:cNvSpPr/>
      </dsp:nvSpPr>
      <dsp:spPr>
        <a:xfrm>
          <a:off x="801951" y="2929053"/>
          <a:ext cx="751244" cy="7512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4D05D-FBB6-410E-A0F2-697487622823}">
      <dsp:nvSpPr>
        <dsp:cNvPr id="0" name=""/>
        <dsp:cNvSpPr/>
      </dsp:nvSpPr>
      <dsp:spPr>
        <a:xfrm>
          <a:off x="951515" y="3905557"/>
          <a:ext cx="3590867" cy="600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040" tIns="30480" rIns="30480" bIns="3048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Рассылка уведомления о победе учащегося руководителю учебного учреждения</a:t>
          </a:r>
        </a:p>
      </dsp:txBody>
      <dsp:txXfrm>
        <a:off x="951515" y="3905557"/>
        <a:ext cx="3590867" cy="600995"/>
      </dsp:txXfrm>
    </dsp:sp>
    <dsp:sp modelId="{92CCB9DF-AFB3-4FF8-9F45-6D0A8C283F28}">
      <dsp:nvSpPr>
        <dsp:cNvPr id="0" name=""/>
        <dsp:cNvSpPr/>
      </dsp:nvSpPr>
      <dsp:spPr>
        <a:xfrm>
          <a:off x="575893" y="3830433"/>
          <a:ext cx="751244" cy="7512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2C559-62C9-40CA-886A-24F271DF0DEF}">
      <dsp:nvSpPr>
        <dsp:cNvPr id="0" name=""/>
        <dsp:cNvSpPr/>
      </dsp:nvSpPr>
      <dsp:spPr>
        <a:xfrm>
          <a:off x="457155" y="4806936"/>
          <a:ext cx="4085227" cy="600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040" tIns="30480" rIns="30480" bIns="3048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>
              <a:latin typeface="Calibri" panose="020F0502020204030204" pitchFamily="34" charset="0"/>
              <a:cs typeface="Calibri" panose="020F0502020204030204" pitchFamily="34" charset="0"/>
            </a:rPr>
            <a:t>Развитие инфраструктуры и программ</a:t>
          </a:r>
          <a:endParaRPr lang="ru-RU" sz="1200" b="1" kern="1200" dirty="0"/>
        </a:p>
      </dsp:txBody>
      <dsp:txXfrm>
        <a:off x="457155" y="4806936"/>
        <a:ext cx="4085227" cy="600995"/>
      </dsp:txXfrm>
    </dsp:sp>
    <dsp:sp modelId="{C6E576CC-90DC-48E7-8E6C-2E70F9EE75BF}">
      <dsp:nvSpPr>
        <dsp:cNvPr id="0" name=""/>
        <dsp:cNvSpPr/>
      </dsp:nvSpPr>
      <dsp:spPr>
        <a:xfrm>
          <a:off x="81533" y="4731812"/>
          <a:ext cx="751244" cy="7512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ACC7A-640C-4B68-83E9-28D333BD37BD}">
      <dsp:nvSpPr>
        <dsp:cNvPr id="0" name=""/>
        <dsp:cNvSpPr/>
      </dsp:nvSpPr>
      <dsp:spPr>
        <a:xfrm>
          <a:off x="4920889" y="2762325"/>
          <a:ext cx="2672419" cy="131965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Низкий сезон - период техобслуживания</a:t>
          </a:r>
          <a:endParaRPr lang="ru-RU" sz="1600" kern="1200" dirty="0">
            <a:solidFill>
              <a:schemeClr val="bg1"/>
            </a:solidFill>
          </a:endParaRPr>
        </a:p>
      </dsp:txBody>
      <dsp:txXfrm>
        <a:off x="5751603" y="3121227"/>
        <a:ext cx="1812717" cy="931764"/>
      </dsp:txXfrm>
    </dsp:sp>
    <dsp:sp modelId="{585F1F94-CFC3-44E5-AA70-F9AB1CEA95BC}">
      <dsp:nvSpPr>
        <dsp:cNvPr id="0" name=""/>
        <dsp:cNvSpPr/>
      </dsp:nvSpPr>
      <dsp:spPr>
        <a:xfrm>
          <a:off x="0" y="2804264"/>
          <a:ext cx="3083162" cy="131965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solidFill>
                <a:schemeClr val="bg1"/>
              </a:solidFill>
            </a:rPr>
            <a:t>Пик по нагрузке -  массовый поиск олимпиад</a:t>
          </a:r>
        </a:p>
      </dsp:txBody>
      <dsp:txXfrm>
        <a:off x="28988" y="3163165"/>
        <a:ext cx="2100237" cy="931764"/>
      </dsp:txXfrm>
    </dsp:sp>
    <dsp:sp modelId="{758BF3B3-88EF-47AD-B232-91E5BBB0A224}">
      <dsp:nvSpPr>
        <dsp:cNvPr id="0" name=""/>
        <dsp:cNvSpPr/>
      </dsp:nvSpPr>
      <dsp:spPr>
        <a:xfrm>
          <a:off x="4793013" y="52416"/>
          <a:ext cx="2800295" cy="131965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solidFill>
                <a:schemeClr val="bg1"/>
              </a:solidFill>
            </a:rPr>
            <a:t>Пик по нагрузке - массовое сохранение результатов олимпиад</a:t>
          </a:r>
        </a:p>
      </dsp:txBody>
      <dsp:txXfrm>
        <a:off x="5662090" y="81404"/>
        <a:ext cx="1902230" cy="931764"/>
      </dsp:txXfrm>
    </dsp:sp>
    <dsp:sp modelId="{8C0C0104-BD18-4E45-882F-28D9DDBF187F}">
      <dsp:nvSpPr>
        <dsp:cNvPr id="0" name=""/>
        <dsp:cNvSpPr/>
      </dsp:nvSpPr>
      <dsp:spPr>
        <a:xfrm>
          <a:off x="0" y="41938"/>
          <a:ext cx="3114596" cy="131965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Низкий сезон - периоды техобслуживания</a:t>
          </a:r>
          <a:endParaRPr lang="ru-RU" sz="1600" kern="1200" dirty="0">
            <a:solidFill>
              <a:schemeClr val="bg1"/>
            </a:solidFill>
          </a:endParaRPr>
        </a:p>
      </dsp:txBody>
      <dsp:txXfrm>
        <a:off x="28988" y="70926"/>
        <a:ext cx="2122241" cy="931764"/>
      </dsp:txXfrm>
    </dsp:sp>
    <dsp:sp modelId="{43ADA268-D61A-45C3-85CA-F1EE9786F2F4}">
      <dsp:nvSpPr>
        <dsp:cNvPr id="0" name=""/>
        <dsp:cNvSpPr/>
      </dsp:nvSpPr>
      <dsp:spPr>
        <a:xfrm>
          <a:off x="1969758" y="235063"/>
          <a:ext cx="1785656" cy="1785656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Январь-февраль</a:t>
          </a:r>
        </a:p>
      </dsp:txBody>
      <dsp:txXfrm>
        <a:off x="2492765" y="758070"/>
        <a:ext cx="1262649" cy="1262649"/>
      </dsp:txXfrm>
    </dsp:sp>
    <dsp:sp modelId="{80BB62C6-3E97-4B4E-A2F0-25197F675209}">
      <dsp:nvSpPr>
        <dsp:cNvPr id="0" name=""/>
        <dsp:cNvSpPr/>
      </dsp:nvSpPr>
      <dsp:spPr>
        <a:xfrm rot="5400000">
          <a:off x="3837893" y="235063"/>
          <a:ext cx="1785656" cy="1785656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Март-май</a:t>
          </a:r>
        </a:p>
      </dsp:txBody>
      <dsp:txXfrm rot="-5400000">
        <a:off x="3837893" y="758070"/>
        <a:ext cx="1262649" cy="1262649"/>
      </dsp:txXfrm>
    </dsp:sp>
    <dsp:sp modelId="{27655236-D256-42DB-AF3B-2C023F4BF619}">
      <dsp:nvSpPr>
        <dsp:cNvPr id="0" name=""/>
        <dsp:cNvSpPr/>
      </dsp:nvSpPr>
      <dsp:spPr>
        <a:xfrm rot="10800000">
          <a:off x="3837893" y="2103198"/>
          <a:ext cx="1785656" cy="1785656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Июнь-август</a:t>
          </a:r>
        </a:p>
      </dsp:txBody>
      <dsp:txXfrm rot="10800000">
        <a:off x="3837893" y="2103198"/>
        <a:ext cx="1262649" cy="1262649"/>
      </dsp:txXfrm>
    </dsp:sp>
    <dsp:sp modelId="{C15637F3-4028-4F19-809D-2DB39797F279}">
      <dsp:nvSpPr>
        <dsp:cNvPr id="0" name=""/>
        <dsp:cNvSpPr/>
      </dsp:nvSpPr>
      <dsp:spPr>
        <a:xfrm rot="16200000">
          <a:off x="1969758" y="2103198"/>
          <a:ext cx="1785656" cy="1785656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Сентябрь-декабрь</a:t>
          </a:r>
        </a:p>
      </dsp:txBody>
      <dsp:txXfrm rot="5400000">
        <a:off x="2492765" y="2103198"/>
        <a:ext cx="1262649" cy="1262649"/>
      </dsp:txXfrm>
    </dsp:sp>
    <dsp:sp modelId="{36A398E0-D71A-4272-A9DA-D4A461D283F5}">
      <dsp:nvSpPr>
        <dsp:cNvPr id="0" name=""/>
        <dsp:cNvSpPr/>
      </dsp:nvSpPr>
      <dsp:spPr>
        <a:xfrm>
          <a:off x="3488391" y="1690806"/>
          <a:ext cx="616525" cy="536109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3FA7CED-4DD7-44B1-92AF-61FFBCF17C59}">
      <dsp:nvSpPr>
        <dsp:cNvPr id="0" name=""/>
        <dsp:cNvSpPr/>
      </dsp:nvSpPr>
      <dsp:spPr>
        <a:xfrm rot="10800000">
          <a:off x="3488391" y="1897002"/>
          <a:ext cx="616525" cy="536109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D5EBC-715E-4A80-BF45-65F000A226EF}">
      <dsp:nvSpPr>
        <dsp:cNvPr id="0" name=""/>
        <dsp:cNvSpPr/>
      </dsp:nvSpPr>
      <dsp:spPr>
        <a:xfrm>
          <a:off x="0" y="3124"/>
          <a:ext cx="2921638" cy="1168655"/>
        </a:xfrm>
        <a:prstGeom prst="chevron">
          <a:avLst/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1. </a:t>
          </a:r>
          <a:r>
            <a:rPr lang="ru-RU" sz="1200" kern="1200" dirty="0" err="1"/>
            <a:t>Парсинг</a:t>
          </a:r>
          <a:r>
            <a:rPr lang="ru-RU" sz="1200" kern="1200" dirty="0"/>
            <a:t> сайта </a:t>
          </a:r>
          <a:r>
            <a:rPr lang="en-US" sz="1200" kern="1200" dirty="0"/>
            <a:t>olimpiada.ru</a:t>
          </a:r>
          <a:endParaRPr lang="ru-RU" sz="1200" kern="1200" dirty="0"/>
        </a:p>
      </dsp:txBody>
      <dsp:txXfrm>
        <a:off x="584328" y="3124"/>
        <a:ext cx="1752983" cy="1168655"/>
      </dsp:txXfrm>
    </dsp:sp>
    <dsp:sp modelId="{3931A3B1-5D22-4BB9-AE8F-0D6C00D36C19}">
      <dsp:nvSpPr>
        <dsp:cNvPr id="0" name=""/>
        <dsp:cNvSpPr/>
      </dsp:nvSpPr>
      <dsp:spPr>
        <a:xfrm>
          <a:off x="2518174" y="13623"/>
          <a:ext cx="4664943" cy="1155493"/>
        </a:xfrm>
        <a:prstGeom prst="chevron">
          <a:avLst/>
        </a:prstGeom>
        <a:solidFill>
          <a:srgbClr val="156082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chemeClr val="bg1"/>
              </a:solidFill>
            </a:rPr>
            <a:t>- Разработка парсинга, интерфейса в </a:t>
          </a:r>
          <a:r>
            <a:rPr lang="en-US" sz="1200" kern="1200" dirty="0">
              <a:solidFill>
                <a:schemeClr val="bg1"/>
              </a:solidFill>
            </a:rPr>
            <a:t>PyCharm</a:t>
          </a:r>
          <a:endParaRPr lang="ru-RU" sz="1200" kern="1200" dirty="0">
            <a:solidFill>
              <a:schemeClr val="bg1"/>
            </a:solidFill>
          </a:endParaRPr>
        </a:p>
      </dsp:txBody>
      <dsp:txXfrm>
        <a:off x="3095921" y="13623"/>
        <a:ext cx="3509450" cy="1155493"/>
      </dsp:txXfrm>
    </dsp:sp>
    <dsp:sp modelId="{9CF9683F-F68B-403B-9973-C0E458DAF268}">
      <dsp:nvSpPr>
        <dsp:cNvPr id="0" name=""/>
        <dsp:cNvSpPr/>
      </dsp:nvSpPr>
      <dsp:spPr>
        <a:xfrm>
          <a:off x="0" y="1798587"/>
          <a:ext cx="2921638" cy="1168655"/>
        </a:xfrm>
        <a:prstGeom prst="chevron">
          <a:avLst/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2. </a:t>
          </a:r>
          <a:r>
            <a:rPr lang="ru-RU" sz="1200" kern="1200" dirty="0"/>
            <a:t>Парсинг других сайтов олимпиад</a:t>
          </a:r>
        </a:p>
      </dsp:txBody>
      <dsp:txXfrm>
        <a:off x="584328" y="1798587"/>
        <a:ext cx="1752983" cy="1168655"/>
      </dsp:txXfrm>
    </dsp:sp>
    <dsp:sp modelId="{EBFD2CCC-53A1-433C-AF89-F4CF8C0FD729}">
      <dsp:nvSpPr>
        <dsp:cNvPr id="0" name=""/>
        <dsp:cNvSpPr/>
      </dsp:nvSpPr>
      <dsp:spPr>
        <a:xfrm>
          <a:off x="2485395" y="1778253"/>
          <a:ext cx="4787688" cy="1186442"/>
        </a:xfrm>
        <a:prstGeom prst="chevron">
          <a:avLst/>
        </a:prstGeom>
        <a:solidFill>
          <a:srgbClr val="156082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- Объединение с этапом 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- Разработка сайта и тестирование</a:t>
          </a:r>
        </a:p>
      </dsp:txBody>
      <dsp:txXfrm>
        <a:off x="3078616" y="1778253"/>
        <a:ext cx="3601246" cy="1186442"/>
      </dsp:txXfrm>
    </dsp:sp>
    <dsp:sp modelId="{9080BC37-EED8-4561-AC8E-474F14DA75A1}">
      <dsp:nvSpPr>
        <dsp:cNvPr id="0" name=""/>
        <dsp:cNvSpPr/>
      </dsp:nvSpPr>
      <dsp:spPr>
        <a:xfrm>
          <a:off x="0" y="3660668"/>
          <a:ext cx="2921638" cy="1168655"/>
        </a:xfrm>
        <a:prstGeom prst="chevron">
          <a:avLst/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3.</a:t>
          </a:r>
          <a:r>
            <a:rPr lang="ru-RU" sz="1200" kern="1200" dirty="0"/>
            <a:t>Загрузка и обработка  результатов олимпиад</a:t>
          </a:r>
        </a:p>
      </dsp:txBody>
      <dsp:txXfrm>
        <a:off x="584328" y="3660668"/>
        <a:ext cx="1752983" cy="1168655"/>
      </dsp:txXfrm>
    </dsp:sp>
    <dsp:sp modelId="{684539F8-D6E0-495E-B4FB-F43F8E360ED1}">
      <dsp:nvSpPr>
        <dsp:cNvPr id="0" name=""/>
        <dsp:cNvSpPr/>
      </dsp:nvSpPr>
      <dsp:spPr>
        <a:xfrm>
          <a:off x="2485631" y="3666704"/>
          <a:ext cx="4736528" cy="1178947"/>
        </a:xfrm>
        <a:prstGeom prst="chevron">
          <a:avLst/>
        </a:prstGeom>
        <a:solidFill>
          <a:srgbClr val="156082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chemeClr val="bg1"/>
              </a:solidFill>
            </a:rPr>
            <a:t>- Разработка загрузки данных, способов хранения, вариантов обработки и вывода сводной информации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solidFill>
                <a:schemeClr val="bg1"/>
              </a:solidFill>
            </a:rPr>
            <a:t>- Тестирование на собственном сайте</a:t>
          </a:r>
        </a:p>
      </dsp:txBody>
      <dsp:txXfrm>
        <a:off x="3075105" y="3666704"/>
        <a:ext cx="3557581" cy="11789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6CFC1-6006-4F33-9B04-5B58F0416C07}">
      <dsp:nvSpPr>
        <dsp:cNvPr id="0" name=""/>
        <dsp:cNvSpPr/>
      </dsp:nvSpPr>
      <dsp:spPr>
        <a:xfrm>
          <a:off x="0" y="1002340"/>
          <a:ext cx="4096719" cy="2458031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>
              <a:solidFill>
                <a:schemeClr val="bg1"/>
              </a:solidFill>
            </a:rPr>
            <a:t>Тестирование на новом сайте «Центра Талантов Кемерово»</a:t>
          </a:r>
        </a:p>
      </dsp:txBody>
      <dsp:txXfrm>
        <a:off x="0" y="1002340"/>
        <a:ext cx="4096719" cy="24580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3:29:2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6:13.5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271 58 24575,'6'0'0,"1"1"0,-1-1 0,0 1 0,0 0 0,0 1 0,0-1 0,0 1 0,0 1 0,0-1 0,-1 1 0,1 0 0,-1 0 0,7 5 0,2 4 0,0 1 0,-2 0 0,14 18 0,-9-12 0,-9-8 0,0 0 0,-1 0 0,9 19 0,-10-17 0,1-1 0,0-1 0,13 18 0,-7-14 0,1-1 0,1 0 0,0-1 0,1 0 0,0-2 0,1 0 0,0 0 0,1-2 0,33 14 0,-42-19 0,0 0 0,0 1 0,0 0 0,-1 1 0,0 0 0,0 0 0,0 1 0,-1 0 0,0 0 0,-1 0 0,1 1 0,-1 0 0,7 14 0,-13-21 0,1 0 0,-1 0 0,0 0 0,1 0 0,-1 0 0,0 0 0,0 0 0,0 0 0,0 1 0,0-1 0,0 0 0,0 0 0,0 0 0,-1 0 0,1 0 0,0 0 0,-1 0 0,1 0 0,-1 0 0,1 0 0,-1 0 0,1 0 0,-1 0 0,0 0 0,1 0 0,-1 0 0,0-1 0,0 1 0,0 0 0,0-1 0,0 1 0,1 0 0,-1-1 0,-2 1 0,-43 19 0,25-12 0,-41 21 0,0-2 0,-2-3 0,-1-3 0,-84 15 0,120-29 0,0 1 0,-47 20 0,-4 1 0,64-25 0,-1 0 0,-19 2 0,50-16 0,0 1 0,22-10 0,163-58 0,-114 51 0,-60 20 0,-1-1 0,26-11 0,-4-1 0,2 3 0,51-10 0,-81 21 0,64-8 0,-66 12 0,1-1 0,-1-1 0,0-1 0,0 0 0,28-11 0,-39 12 0,0 1 0,0-1 0,-1 1 0,1-1 0,-1-1 0,0 1 0,5-5 0,-9 8 0,1 0 0,-1-1 0,0 1 0,0 0 0,0-1 0,1 1 0,-1 0 0,0-1 0,0 1 0,0 0 0,0-1 0,1 1 0,-1 0 0,0-1 0,0 1 0,0-1 0,0 1 0,0 0 0,0-1 0,0 1 0,0-1 0,0 1 0,0 0 0,0-1 0,-1 1 0,1 0 0,0-1 0,0 1 0,0 0 0,0-1 0,-1 1 0,1 0 0,0-1 0,0 1 0,-1-1 0,0 0 0,-1 0 0,0 0 0,0 0 0,0 1 0,0-1 0,0 0 0,0 1 0,0-1 0,0 1 0,0 0 0,-3-1 0,-41-1 0,-50 2 0,-26 0 0,113-1 0,-1-1 0,1 1 0,-1-2 0,1 1 0,0-2 0,0 1 0,-16-9 0,-2-4 0,-26-21 0,24 16 0,-6-6 0,-56-56 0,31 26 0,-76-74 0,130 126 0,0-1 0,0 1 0,1-1 0,-1-1 0,2 1 0,-1-1 0,1 0 0,0 0 0,-5-11 0,9 17 0,0 0 0,0 1 0,0-1 0,0 0 0,0 1 0,0-1 0,1 0 0,-1 0 0,0 1 0,0-1 0,0 0 0,1 1 0,-1-1 0,0 0 0,1 1 0,-1-1 0,1 1 0,-1-1 0,1 1 0,-1-1 0,1 1 0,-1-1 0,1 1 0,-1-1 0,1 1 0,0-1 0,-1 1 0,1 0 0,0 0 0,-1-1 0,1 1 0,0 0 0,-1 0 0,1 0 0,0 0 0,0-1 0,-1 1 0,1 0 0,0 0 0,0 1 0,1-1 0,32 3 0,-23 1 0,0 1 0,-1 0 0,1 0 0,-1 1 0,0 1 0,-1-1 0,1 1 0,-1 1 0,0 0 0,-1 0 0,0 1 0,11 16 0,6 12 0,-2 0 0,20 46 0,3 6 0,-37-74 0,-3-4 0,1 0 0,0 0 0,0-1 0,1 0 0,12 12 0,8 6 0,-16-16 0,1 0 0,20 16 0,-27-24 0,0-1 0,0 1 0,0-1 0,1-1 0,-1 1 0,1-1 0,-1 0 0,1-1 0,13 2 0,141-2 0,-160-1 0,0 0 0,0 0 0,0 0 0,0 0 0,0 0 0,0 0 0,0 1 0,0-1 0,0 0 0,0 1 0,0-1 0,0 0 0,0 1 0,0-1 0,0 1 0,0-1 0,0 2 0,-1-2 0,0 1 0,0-1 0,0 0 0,0 1 0,0-1 0,-1 1 0,1-1 0,0 0 0,0 1 0,-1-1 0,1 1 0,0-1 0,0 0 0,-1 1 0,1-1 0,0 0 0,-1 0 0,1 1 0,0-1 0,-1 0 0,1 0 0,-1 1 0,1-1 0,0 0 0,-2 0 0,-40 18 0,34-15 0,-23 11 0,1 1 0,-43 29 0,42-24 0,-65 31 0,-3-13 0,50-21 0,-75 38 0,105-47 0,0 0 0,-1-1 0,1-1 0,-29 5 0,27-6 0,-1 1 0,1 0 0,-25 11 0,37-11 0,16-7 0,19-9 0,360-157 0,-346 150 0,177-61 0,-137 53 0,-58 19 0,-1-1 0,1 0 0,25-13 0,-47 19 0,0 1 0,0 0 0,1-1 0,-1 1 0,0 0 0,0 0 0,0-1 0,0 1 0,0 0 0,0-1 0,0 1 0,0 0 0,0-1 0,0 1 0,0 0 0,0-1 0,0 1 0,0 0 0,0 0 0,0-1 0,0 1 0,-1 0 0,1-1 0,0 1 0,0 0 0,0 0 0,0-1 0,-1 1 0,1 0 0,0 0 0,0-1 0,-1 1 0,1 0 0,0 0 0,0 0 0,-1 0 0,1-1 0,0 1 0,0 0 0,-1 0 0,1 0 0,0 0 0,-1 0 0,1 0 0,-1 0 0,-18-11 0,17 10 0,-119-56 0,67 33 0,-98-58 0,-3-12 0,61 39 0,83 49 0,1-1 0,1 0 0,-1 0 0,1-1 0,1 0 0,-1-1 0,1 0 0,1 0 0,0-1 0,0 1 0,1-2 0,-6-12 0,11 22 0,1 0 0,-1 0 0,1 0 0,0 0 0,-1 0 0,1 0 0,0-1 0,0 1 0,0 0 0,0 0 0,0 0 0,0 0 0,0-1 0,0 1 0,1 0 0,-1 0 0,0 0 0,1 0 0,-1 0 0,0 0 0,1 0 0,0 0 0,-1 0 0,1 0 0,0 0 0,-1 0 0,1 0 0,0 0 0,0 0 0,0 0 0,0 1 0,0-1 0,-1 0 0,1 1 0,1-1 0,-1 1 0,0-1 0,0 1 0,0-1 0,0 1 0,0 0 0,0 0 0,0-1 0,3 1 0,1-1 0,0 0 0,0 1 0,0 0 0,0-1 0,0 2 0,0-1 0,0 1 0,0-1 0,7 3 0,5 5 0,-2 0 0,1 1 0,-1 1 0,0 0 0,18 18 0,0-2 0,15 14 0,-1 3 0,44 51 0,-59-59 0,-9-13 0,1-2 0,1 0 0,1-2 0,52 28 0,-33-20 0,-43-25 0,-1 0 0,0-1 0,1 1 0,-1 0 0,0 0 0,1-1 0,-1 1 0,0 0 0,0 0 0,0 1 0,0-1 0,0 0 0,0 0 0,0 0 0,0 1 0,0 1 0,-1-2 0,0-1 0,0 1 0,-1-1 0,1 1 0,0-1 0,0 1 0,-1-1 0,1 1 0,-1-1 0,1 1 0,0-1 0,-1 0 0,1 1 0,-1-1 0,1 0 0,-1 1 0,1-1 0,-1 0 0,1 0 0,-1 1 0,1-1 0,-1 0 0,1 0 0,-1 0 0,0 0 0,1 0 0,-1 0 0,0 0 0,-60 2 0,50-2 0,6 0 0,-9 1 0,-1-1 0,1-1 0,-1 0 0,1-1 0,0 0 0,-1-1 0,1 0 0,0-2 0,-22-9 0,7 0 0,1-1 0,0-2 0,2 0 0,0-2 0,1-1 0,0-1 0,-33-38 0,-20-37 0,78 96 0,0-1 0,0 1 0,-1 0 0,1-1 0,0 1 0,0 0 0,0 0 0,0-1 0,0 1 0,-1 0 0,1-1 0,0 1 0,0 0 0,0 0 0,-1-1 0,1 1 0,0 0 0,0 0 0,-1 0 0,1 0 0,0-1 0,-1 1 0,1 0 0,0 0 0,-1 0 0,1 0 0,0 0 0,0 0 0,-1 0 0,1 0 0,0 0 0,-1 0 0,1 0 0,0 0 0,-1 0 0,1 0 0,0 0 0,-1 0 0,1 0 0,0 0 0,-1 0 0,-4 16 0,3 31 0,2-43 0,4 134 0,-4 110 0,-3-228 0,-1-1 0,0 1 0,-12 30 0,9-32 0,2 0 0,0 0 0,1 1 0,-3 25 0,7-40 0,-1 24 0,-1-19 0,-1-11 0,-5-44 0,2 0 0,2 0 0,2-69 0,1 64 0,0-14 0,4-166 0,-2 223 0,0-1 0,0 1 0,1 1 0,0-1 0,1 0 0,0 0 0,0 1 0,1 0 0,0-1 0,8-11 0,-12 19 0,1 0 0,-1-1 0,0 1 0,0 0 0,0 0 0,0 0 0,1 0 0,-1 0 0,0-1 0,0 1 0,0 0 0,1 0 0,-1 0 0,0 0 0,0 0 0,1 0 0,-1 0 0,0 0 0,0 0 0,0 0 0,1 0 0,-1 0 0,0 0 0,0 0 0,1 0 0,-1 0 0,0 0 0,0 0 0,1 0 0,-1 0 0,0 0 0,0 0 0,0 0 0,1 0 0,-1 1 0,0-1 0,0 0 0,0 0 0,1 0 0,-1 0 0,0 0 0,0 1 0,0-1 0,0 0 0,0 0 0,1 0 0,-1 1 0,0-1 0,0 0 0,0 0 0,0 1 0,0-1 0,0 0 0,0 0 0,0 0 0,0 1 0,0-1 0,0 0 0,4 19 0,2 71 0,-6 123 0,-2-102 0,1 97 0,4-275 0,20-122 0,-18 167 0,-3 11 0,0 1 0,1-1 0,0 1 0,0 0 0,7-12 0,-10 22 0,0-1 0,1 0 0,-1 1 0,0-1 0,1 1 0,-1-1 0,1 1 0,-1-1 0,1 1 0,-1-1 0,1 1 0,-1-1 0,1 1 0,0-1 0,-1 1 0,1 0 0,-1-1 0,1 1 0,0 0 0,-1 0 0,1-1 0,0 1 0,0 0 0,-1 0 0,1 0 0,0 0 0,-1 0 0,1 0 0,0 0 0,0 0 0,-1 0 0,1 0 0,0 1 0,-1-1 0,1 0 0,0 0 0,-1 1 0,1-1 0,0 0 0,-1 1 0,1-1 0,-1 1 0,1-1 0,-1 1 0,1-1 0,-1 1 0,1-1 0,-1 1 0,1-1 0,-1 1 0,1 0 0,22 36 0,-21-32 0,14 38 0,-14-36 0,0 0 0,1 1 0,-1-1 0,6 9 0,-7-15 0,-1-1 0,1 1 0,0 0 0,-1 0 0,1 0 0,0 0 0,0-1 0,0 1 0,-1 0 0,1-1 0,0 1 0,0-1 0,0 1 0,0-1 0,0 1 0,0-1 0,0 0 0,0 1 0,1-1 0,-1 0 0,0 0 0,0 0 0,0 0 0,0 0 0,0 0 0,0 0 0,0 0 0,0 0 0,0-1 0,1 1 0,-1 0 0,0-1 0,0 1 0,0 0 0,0-1 0,-1 0 0,1 1 0,0-1 0,1-1 0,5-3 0,0 0 0,0-1 0,11-13 0,-12 12 0,8-10 0,22-32 0,-27 35 0,0 1 0,1 0 0,0 0 0,1 1 0,13-11 0,-20 20 0,1 0 0,-1 0 0,0 0 0,1 1 0,0 0 0,-1 0 0,1 0 0,0 0 0,0 1 0,0 0 0,0 0 0,0 0 0,0 1 0,1 0 0,-1 0 0,0 0 0,0 0 0,0 1 0,0 0 0,8 2 0,-5-1 0,25 7 0,-32-8 0,1-1 0,-1 1 0,0-1 0,1 1 0,-1 0 0,0 0 0,1-1 0,-1 1 0,0 0 0,0 0 0,1 0 0,-1 0 0,0 0 0,0 1 0,0-1 0,1 2 0,-2-3 0,0 1 0,-1 0 0,1-1 0,0 1 0,0 0 0,0-1 0,0 1 0,0-1 0,0 1 0,-1-1 0,1 1 0,0 0 0,-1-1 0,1 1 0,0-1 0,-1 1 0,1-1 0,0 0 0,-1 1 0,1-1 0,-1 1 0,1-1 0,-1 0 0,1 1 0,-1-1 0,1 0 0,-1 1 0,0-1 0,-21 10 0,18-8 0,-33 12 0,0-2 0,-74 16 0,109-28 0,-28 7 0,29-7 0,0 0 0,0 0 0,0 0 0,0 0 0,0 1 0,-1-1 0,1 1 0,0-1 0,0 1 0,0-1 0,0 1 0,0-1 0,1 1 0,-1 0 0,0-1 0,0 1 0,0 0 0,1 0 0,-2 2 0,2-3 0,1 1 0,-1-1 0,1 1 0,-1-1 0,1 1 0,-1-1 0,1 1 0,0-1 0,-1 1 0,1-1 0,0 0 0,-1 1 0,1-1 0,0 0 0,0 0 0,-1 0 0,1 1 0,0-1 0,0 0 0,-1 0 0,1 0 0,1 0 0,22 1 0,-21-1 0,187 0 0,-249 2 0,5 0 0,-1-1 0,1-3 0,-71-12 0,116 12 0,-1-1 0,1 0 0,0 0 0,0-1 0,0 0 0,1 0 0,-1-1 0,1 0 0,0-1 0,0 1 0,-10-12 0,12 11 0,1 0 0,0-1 0,1 0 0,0 0 0,0 0 0,0 0 0,1-1 0,0 1 0,0-1 0,1 0 0,0 0 0,0 0 0,0-16 0,1 17 0,0-1 0,1 1 0,0 0 0,1-1 0,-1 1 0,2-1 0,-1 1 0,1 0 0,0-1 0,0 1 0,6-11 0,-5 14 0,0-1 0,0 1 0,1-1 0,0 1 0,0 0 0,0 1 0,0-1 0,1 1 0,0 0 0,-1 0 0,1 0 0,0 0 0,0 1 0,1 0 0,-1 0 0,6-1 0,-4 0 0,1 1 0,-1 1 0,1-1 0,-1 1 0,1 1 0,0-1 0,0 1 0,-1 0 0,1 1 0,0 0 0,0 0 0,-1 1 0,12 3 0,-9 0 0,0 0 0,-1 0 0,1 1 0,-1 0 0,0 1 0,0 0 0,-1 0 0,14 16 0,-3-1 0,0 0 0,28 44 0,-35-49 0,1 0 0,1-1 0,0 0 0,1-1 0,19 15 0,-32-29 0,-1 0 0,0-1 0,0 1 0,0 0 0,0 0 0,0 0 0,0 0 0,0 0 0,0 1 0,0-1 0,-1 0 0,1 0 0,0 1 0,-1-1 0,1 0 0,-1 0 0,1 1 0,-1-1 0,0 1 0,0-1 0,1 3 0,-2-3 0,1 0 0,-1 0 0,0 0 0,1 0 0,-1 0 0,0 0 0,1 0 0,-1 0 0,0 0 0,0-1 0,0 1 0,0 0 0,0-1 0,0 1 0,0 0 0,0-1 0,0 1 0,0-1 0,0 0 0,-2 1 0,-9 2 0,0 0 0,0-1 0,-22 1 0,31-3 0,-18 2 0,-8 0 0,-58-3 0,81 1 0,0-1 0,-1 1 0,1-1 0,0-1 0,0 0 0,0 1 0,0-2 0,0 1 0,0-1 0,0 0 0,1 0 0,-1 0 0,1-1 0,0 0 0,-5-5 0,8 6 0,0 0 0,0 0 0,0-1 0,0 1 0,1-1 0,0 1 0,-1-1 0,1 1 0,1-1 0,-1 0 0,0 0 0,1 1 0,0-1 0,0 0 0,0-4 0,2-11 0,7-36 0,0 9 0,-8 20 0,1-3 0,-1 26 0,-1 15 0,0 73 0,-2 145 0,2-230 0,-5 46 0,5-45 0,0 1 0,0 0 0,-1-1 0,1 1 0,-1 0 0,1-1 0,-1 1 0,1-1 0,-1 1 0,0-1 0,0 1 0,0-1 0,0 1 0,0-1 0,0 0 0,0 0 0,0 1 0,-1-1 0,1 0 0,0 0 0,-1 0 0,-1 1 0,2-2 0,0-1 0,0 1 0,0 0 0,0 0 0,1-1 0,-1 1 0,0-1 0,0 1 0,0-1 0,1 1 0,-1-1 0,0 1 0,1-1 0,-1 0 0,0 1 0,1-1 0,-1 0 0,1 0 0,-1 1 0,1-1 0,-1 0 0,1 0 0,0 0 0,-1 0 0,1 0 0,0 0 0,0 1 0,0-1 0,-1 0 0,1-1 0,-6-33 0,6 33 0,-4-55 0,3-62 0,1 13 0,-7 62 0,7 44 0,0-1 0,0 0 0,0 1 0,0-1 0,-1 0 0,1 1 0,0-1 0,-1 0 0,1 1 0,0-1 0,-1 1 0,1-1 0,-1 1 0,1-1 0,-1 1 0,1-1 0,-1 1 0,1 0 0,-1-1 0,0 1 0,0-1 0,0 1 0,1 1 0,-1-1 0,0 0 0,0 0 0,0 1 0,1-1 0,-1 0 0,0 1 0,0-1 0,1 1 0,-1-1 0,0 1 0,1-1 0,-1 1 0,1 0 0,-1-1 0,1 1 0,-1 0 0,1-1 0,-1 1 0,1 0 0,-1 1 0,-10 18 0,2 1 0,0-1 0,1 2 0,-6 26 0,-12 32 0,26-80 0,0 1 0,0 0 0,0-1 0,0 1 0,0 0 0,-1-1 0,1 1 0,0-1 0,0 1 0,0 0 0,-1-1 0,1 1 0,0-1 0,-1 1 0,1-1 0,-1 1 0,1-1 0,0 1 0,-1-1 0,1 0 0,-1 1 0,1-1 0,-1 1 0,0-1 0,1 0 0,-1 0 0,1 1 0,-1-1 0,0 0 0,1 0 0,-2 1 0,1-2 0,0 0 0,0 0 0,1-1 0,-1 1 0,0 0 0,1 0 0,-1 0 0,1 0 0,-1-1 0,1 1 0,-1 0 0,1-1 0,0-1 0,-7-53 0,9-106 0,-4-42 0,1 194 0,-1 0 0,0 1 0,-1-1 0,-4-12 0,7 23 0,0-1 0,0 0 0,0 0 0,0 0 0,0 0 0,0 0 0,0 0 0,0 0 0,0 0 0,0 0 0,0 0 0,0 1 0,0-1 0,0 0 0,0 0 0,0 0 0,0 0 0,0 0 0,0 0 0,0 0 0,0 0 0,0 0 0,-1 0 0,1 0 0,0 0 0,0 1 0,0-1 0,0 0 0,0 0 0,0 0 0,0 0 0,0 0 0,0 0 0,0 0 0,0 0 0,0 0 0,0 0 0,-1 0 0,1 0 0,0 0 0,0 0 0,0 0 0,0 0 0,0 0 0,0 0 0,0 0 0,0 0 0,0 0 0,0 0 0,0 0 0,-1 0 0,1 0 0,0 0 0,0 0 0,0 0 0,0 0 0,0 0 0,0 0 0,0 0 0,0 0 0,0 0 0,0 0 0,0 0 0,0 0 0,-1-1 0,-2 15 0,-1 18 0,2 330 0,4-185 0,-4-151 0,0-1 0,-9 36 0,6-33 0,-4 49 0,8-7 0,2-57 0,-1-47 0,0-838 0,0 868 0,0 0 0,0 0 0,1 0 0,-1 0 0,1 0 0,0 0 0,0 0 0,0 0 0,0 0 0,3-5 0,-3 8 0,0 0 0,0 0 0,0 0 0,0 0 0,0 0 0,0 1 0,0-1 0,0 0 0,1 1 0,-1-1 0,0 1 0,0-1 0,1 1 0,-1-1 0,0 1 0,1 0 0,-1 0 0,0-1 0,1 1 0,-1 0 0,1 0 0,-1 1 0,0-1 0,1 0 0,-1 0 0,0 1 0,1-1 0,-1 0 0,0 1 0,1 0 0,-1-1 0,0 1 0,0 0 0,1 0 0,5 3 0,0 0 0,-1 0 0,0 1 0,0-1 0,0 2 0,-1-1 0,0 0 0,0 1 0,0 0 0,5 9 0,6 10 0,15 35 0,-24-44 0,14 20 0,37 53 0,-12-21 0,-41-61 0,0-1 0,0 1 0,1-1 0,0 0 0,0-1 0,0 0 0,1 0 0,-1 0 0,14 7 0,6 0 0,40 14 0,-22-10 0,26 4 0,-58-18 0,-1 1 0,1 0 0,-1 1 0,0 0 0,0 0 0,0 1 0,0 1 0,11 8 0,-8-5 0,1 0 0,0-1 0,0 0 0,27 9 0,-25-11 0,-17-6 0,0 0 0,1 1 0,-1-1 0,0 0 0,0 0 0,1 0 0,-1 0 0,0 0 0,1 0 0,-1 0 0,0 0 0,0 1 0,1-1 0,-1 0 0,0 0 0,0 0 0,0 1 0,1-1 0,-1 0 0,0 0 0,0 0 0,0 1 0,0-1 0,1 0 0,-1 1 0,0-1 0,0 0 0,0 0 0,0 1 0,0-1 0,0 0 0,0 0 0,0 1 0,0-1 0,0 0 0,0 1 0,0-1 0,0 0 0,0 1 0,0-1 0,0 0 0,0 0 0,0 1 0,0-1 0,0 0 0,-1 0 0,1 1 0,0-1 0,0 0 0,0 0 0,0 1 0,-1-1 0,1 0 0,0 0 0,0 0 0,-1 1 0,1-1 0,0 0 0,0 0 0,-1 0 0,1 0 0,0 0 0,0 1 0,-1-1 0,1 0 0,0 0 0,-1 0 0,-19 9 0,-12-2 0,21-5 0,0 1 0,-1 0 0,1 1 0,1 0 0,-1 1 0,-18 10 0,-15 10 0,-1-1 0,-2-2 0,-54 17 0,-17 7 0,-60 17 0,77-27 0,97-34 0,0 0 0,0 0 0,0 0 0,0-1 0,0 0 0,0 0 0,0 0 0,-1 0 0,-6 0 0,9-1 0,1-1 0,-1 1 0,1-1 0,-1 0 0,1 1 0,-1-1 0,1 0 0,-1 0 0,1 0 0,0 0 0,0 0 0,0 0 0,-1-1 0,1 1 0,0 0 0,0-1 0,0 1 0,1 0 0,-1-1 0,0 1 0,0-1 0,1 1 0,-1-1 0,1 0 0,0 1 0,-1-1 0,1 1 0,0-1 0,0-2 0,-7-52 0,2 0 0,2 0 0,8-82 0,-1 38 0,-3-280 0,-1 376 0,0 0 0,0 0 0,0 0 0,1 0 0,0 0 0,-1-1 0,2 1 0,-1 1 0,0-1 0,1 0 0,-1 0 0,1 0 0,5-6 0,-6 8 0,1 1 0,0-1 0,0 1 0,0-1 0,0 1 0,0 0 0,0 0 0,1 0 0,-1 0 0,0 1 0,0-1 0,1 0 0,-1 1 0,0 0 0,1-1 0,-1 1 0,0 0 0,1 0 0,-1 0 0,1 1 0,-1-1 0,0 0 0,1 1 0,-1 0 0,3 1 0,7 3 0,-2 0 0,1 1 0,0 0 0,-1 1 0,-1 0 0,1 1 0,-1 0 0,11 12 0,20 17 0,58 29 0,4 3 0,-84-56 0,0 0 0,29 13 0,-26-15 0,36 25 0,-39-24 0,0-1 0,1-1 0,40 15 0,-38-17 0,9 3 0,-23-10 0,-1 1 0,1 1 0,-1-1 0,1 1 0,-1 0 0,0 0 0,7 6 0,-4-2 0,-6-5 0,0 0 0,0 0 0,-1 0 0,1 0 0,-1 1 0,0-1 0,3 5 0,-5-7 0,1 1 0,-1 0 0,0-1 0,0 1 0,0 0 0,0 0 0,0 0 0,0-1 0,0 1 0,0 0 0,0 0 0,0-1 0,0 1 0,0 0 0,0 0 0,-1-1 0,1 1 0,0 0 0,-1-1 0,1 1 0,0 0 0,-1-1 0,1 1 0,-1 0 0,1-1 0,-1 1 0,1-1 0,-1 1 0,0-1 0,1 1 0,-1-1 0,0 0 0,1 1 0,-1-1 0,0 0 0,1 1 0,-1-1 0,-1 0 0,-16 9 0,0-2 0,-1 0 0,0-2 0,-24 5 0,-10 3 0,-60 23 0,70-21 0,-1-1 0,-1-2 0,-83 10 0,125-21 0,0-1 0,1 0 0,-1 0 0,1 0 0,-1 0 0,0-1 0,1 1 0,-1-1 0,1 1 0,-1-1 0,1 0 0,-1 0 0,1 0 0,0 0 0,-1 0 0,1-1 0,0 1 0,0-1 0,0 1 0,0-1 0,0 0 0,0 0 0,0 0 0,1 0 0,-1 0 0,1 0 0,0 0 0,-1-1 0,1 1 0,0-1 0,0 1 0,0 0 0,1-1 0,-2-3 0,0-9 0,1 1 0,0-1 0,1 1 0,0-1 0,3-15 0,0 5 0,-1-9-1365,0 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7:12.1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CAD1E-099B-4A61-814E-B377475E04FF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FA602-3071-4191-9353-796BBDA510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43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079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812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283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700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125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293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883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626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757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4306-3A0E-5FD3-362C-D3751536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E90DBA-5011-7438-FFB0-D68A88DF0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2149E3B-6220-1ECA-5D8E-0FB4AF59A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BB0B97-8EC7-A497-770B-5DC9E7D57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605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4306-3A0E-5FD3-362C-D3751536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E90DBA-5011-7438-FFB0-D68A88DF0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2149E3B-6220-1ECA-5D8E-0FB4AF59A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BB0B97-8EC7-A497-770B-5DC9E7D57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194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4306-3A0E-5FD3-362C-D3751536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E90DBA-5011-7438-FFB0-D68A88DF0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2149E3B-6220-1ECA-5D8E-0FB4AF59A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BB0B97-8EC7-A497-770B-5DC9E7D57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A602-3071-4191-9353-796BBDA510E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248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9686B-25BA-2B0B-1468-4182AEC03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61D240-8C45-38C1-50EC-C9B8CCD5A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CD291-FA85-CD40-EF5B-5B2DAEE1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3AF794-A123-E974-5B03-F554582D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4110C6-FE9A-3F8D-BD68-E8171009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44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D4A0B-1839-FAB5-81D1-3B4B1478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E150F4-29E9-B524-89E8-D87990F9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2C423-786A-F938-4184-6A4EE4F1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6FC807-47FB-C38C-1DA5-066E67D0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D4B17-8E98-E959-1563-A8A9B308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33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25A26-8CA4-0235-29F9-C2A968102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9CC1DB-C15D-8975-873A-24E35775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38FF4F-CCAB-EF12-B3B4-ACFCA339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3DAE2C-665D-3DA7-1721-EECED7A4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CE45A8-8855-ADDE-E883-080A55FE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02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03A51-0F68-7A6A-AFCE-1D948B24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40817-2998-F7FE-E7A4-7BF2DD8AF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CEE8C1-5F26-B54E-6938-B2C17ADD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5803E6-C556-96B8-C87C-D242E91D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8CB17-535C-83B3-CF99-E9A0F980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D8EF46-88CB-40EE-35C2-DC5F9832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59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2B350-3705-FB64-0005-011770E9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D09336-2B7E-9611-4E05-8E794E78C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7DF55B-565B-D7C2-31D2-E95DF3D0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DB8876-3C74-BE6C-4C8C-02AFA9B82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1BF023-DA78-041F-68DF-266D8DD76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569CB4-474A-3F8D-CEEA-23EE71D4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E12BE3-7BD8-4ECC-598F-50EDEFCA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54D6409-BDFB-98FE-FE2F-3B878EC9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473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D0F07-0199-9718-38F1-16DEA028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EECD3B-4F20-3646-B82F-140EF80C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EE94C2-719B-8C51-941A-B994840A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A7FF50-8DB9-E5DA-5303-4ED7DA1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4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44448D-84D6-9D7F-A99C-5D906BA6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4E068E-93D7-342D-952A-0534AB16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99EC25-DC6C-B542-8386-2A8E690C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85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93E40-EC6B-93CC-5F96-4D32CEEF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2C7C6-405F-38C6-8D18-9640246CA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057A3D-DFFB-105A-907E-EB000A255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3D17EF-0C06-4383-2C42-BF235FDB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7934ED-9AE3-9A1B-BFB2-4673A0FB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1D7FC6-3535-765D-75ED-FFC4C547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4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D0E2B-1D97-5F1B-0620-42BC97DE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69A387-432E-3857-1A6B-CF636D57E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141F62-A329-67FE-1BE9-82AAF826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8224FB-84D4-4836-2434-FA645702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3ACDC5-186A-1590-E43C-B7B96099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D0DC55-EAD6-9139-D12B-33404AF7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3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8AAEB-1A8A-F8D9-EFE9-62B92139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D7B379-AA4A-6153-4D3D-D22C406B1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D037D-5A29-1D65-F56A-4E7C1A66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33BBC0-5FBD-B283-FE85-031F33A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945E4-C638-E034-A6AA-D1F5DF48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8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119F0F-F447-922A-E87D-EEAE0AB36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21E550-8B70-51BD-9E89-E964147C9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8DD57E-370F-76DB-15C6-33338725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73CF6D-91D5-6506-E3D4-80F42826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FADE1-989E-EBD6-6C07-81606713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7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07EB-1531-5748-FD5C-47A8A4BB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BC5490-D20A-5880-911F-E1730EBF1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C37C41-43A1-4E0F-6A4D-24CBFECB7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6E2EC-76AD-43C0-A875-ADCCC9BED29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038A2-BEE8-0DF0-D4EB-4E012784D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7C12F2-345D-43F6-EE1D-304C21FB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81332-AD97-40FA-BEC5-90F155AC28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04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diagramLayout" Target="../diagrams/layout2.xml"/><Relationship Id="rId3" Type="http://schemas.openxmlformats.org/officeDocument/2006/relationships/image" Target="../media/image1.png"/><Relationship Id="rId7" Type="http://schemas.openxmlformats.org/officeDocument/2006/relationships/diagramData" Target="../diagrams/data1.xml"/><Relationship Id="rId12" Type="http://schemas.openxmlformats.org/officeDocument/2006/relationships/diagramData" Target="../diagrams/data2.xml"/><Relationship Id="rId17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microsoft.com/office/2007/relationships/diagramDrawing" Target="../diagrams/drawing1.xml"/><Relationship Id="rId5" Type="http://schemas.openxmlformats.org/officeDocument/2006/relationships/image" Target="../media/image3.png"/><Relationship Id="rId15" Type="http://schemas.openxmlformats.org/officeDocument/2006/relationships/diagramColors" Target="../diagrams/colors2.xml"/><Relationship Id="rId10" Type="http://schemas.openxmlformats.org/officeDocument/2006/relationships/diagramColors" Target="../diagrams/colors1.xml"/><Relationship Id="rId19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diagramQuickStyle" Target="../diagrams/quickStyle1.xml"/><Relationship Id="rId1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image" Target="../media/image2.png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notesSlide" Target="../notesSlides/notesSlide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microsoft.com/office/2007/relationships/diagramDrawing" Target="../diagrams/drawing3.xml"/><Relationship Id="rId5" Type="http://schemas.openxmlformats.org/officeDocument/2006/relationships/image" Target="../media/image3.png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image" Target="../media/image1.png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1.png"/><Relationship Id="rId9" Type="http://schemas.microsoft.com/office/2007/relationships/diagramDrawing" Target="../diagrams/drawin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1.png"/><Relationship Id="rId9" Type="http://schemas.microsoft.com/office/2007/relationships/diagramDrawing" Target="../diagrams/drawin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13" Type="http://schemas.openxmlformats.org/officeDocument/2006/relationships/diagramColors" Target="../diagrams/colors8.xml"/><Relationship Id="rId18" Type="http://schemas.openxmlformats.org/officeDocument/2006/relationships/diagramColors" Target="../diagrams/colors9.xml"/><Relationship Id="rId3" Type="http://schemas.openxmlformats.org/officeDocument/2006/relationships/image" Target="../media/image2.png"/><Relationship Id="rId21" Type="http://schemas.openxmlformats.org/officeDocument/2006/relationships/image" Target="../media/image4.png"/><Relationship Id="rId7" Type="http://schemas.openxmlformats.org/officeDocument/2006/relationships/diagramQuickStyle" Target="../diagrams/quickStyle7.xml"/><Relationship Id="rId12" Type="http://schemas.openxmlformats.org/officeDocument/2006/relationships/diagramQuickStyle" Target="../diagrams/quickStyle8.xml"/><Relationship Id="rId17" Type="http://schemas.openxmlformats.org/officeDocument/2006/relationships/diagramQuickStyle" Target="../diagrams/quickStyle9.xml"/><Relationship Id="rId2" Type="http://schemas.openxmlformats.org/officeDocument/2006/relationships/notesSlide" Target="../notesSlides/notesSlide7.xml"/><Relationship Id="rId16" Type="http://schemas.openxmlformats.org/officeDocument/2006/relationships/diagramLayout" Target="../diagrams/layout9.xml"/><Relationship Id="rId20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11" Type="http://schemas.openxmlformats.org/officeDocument/2006/relationships/diagramLayout" Target="../diagrams/layout8.xml"/><Relationship Id="rId5" Type="http://schemas.openxmlformats.org/officeDocument/2006/relationships/diagramData" Target="../diagrams/data7.xml"/><Relationship Id="rId15" Type="http://schemas.openxmlformats.org/officeDocument/2006/relationships/diagramData" Target="../diagrams/data9.xml"/><Relationship Id="rId10" Type="http://schemas.openxmlformats.org/officeDocument/2006/relationships/diagramData" Target="../diagrams/data8.xml"/><Relationship Id="rId19" Type="http://schemas.microsoft.com/office/2007/relationships/diagramDrawing" Target="../diagrams/drawing9.xml"/><Relationship Id="rId4" Type="http://schemas.openxmlformats.org/officeDocument/2006/relationships/image" Target="../media/image1.png"/><Relationship Id="rId9" Type="http://schemas.microsoft.com/office/2007/relationships/diagramDrawing" Target="../diagrams/drawing7.xml"/><Relationship Id="rId14" Type="http://schemas.microsoft.com/office/2007/relationships/diagramDrawing" Target="../diagrams/drawing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1.png"/><Relationship Id="rId9" Type="http://schemas.microsoft.com/office/2007/relationships/diagramDrawing" Target="../diagrams/drawin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15154-BAC7-4739-C6CF-A662BA46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631" y="-114851"/>
            <a:ext cx="9947305" cy="2221994"/>
          </a:xfrm>
        </p:spPr>
        <p:txBody>
          <a:bodyPr>
            <a:noAutofit/>
          </a:bodyPr>
          <a:lstStyle/>
          <a:p>
            <a:r>
              <a:rPr lang="en-US" sz="8800" b="1" i="0" dirty="0">
                <a:solidFill>
                  <a:srgbClr val="025262"/>
                </a:solidFill>
                <a:effectLst/>
                <a:latin typeface="Mona Sans VF"/>
              </a:rPr>
              <a:t> </a:t>
            </a:r>
            <a:br>
              <a:rPr lang="en-US" sz="5400" b="1" i="0" dirty="0">
                <a:solidFill>
                  <a:srgbClr val="014F51"/>
                </a:solidFill>
                <a:effectLst/>
                <a:latin typeface="Mona Sans VF"/>
              </a:rPr>
            </a:br>
            <a:r>
              <a:rPr lang="en-US" i="0" dirty="0">
                <a:solidFill>
                  <a:schemeClr val="bg1"/>
                </a:solidFill>
                <a:effectLst/>
                <a:latin typeface="Mona Sans VF"/>
              </a:rPr>
              <a:t>Searching and storing Olympiad results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F462C9-48EA-E606-FDFF-63DC1593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719" y="2503352"/>
            <a:ext cx="9144000" cy="49244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Пестерев Александр Владимирович ИИ-72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C1CF8BA3-72B8-931E-D389-99091AA8E271}"/>
              </a:ext>
            </a:extLst>
          </p:cNvPr>
          <p:cNvGrpSpPr/>
          <p:nvPr/>
        </p:nvGrpSpPr>
        <p:grpSpPr>
          <a:xfrm>
            <a:off x="3681368" y="3429000"/>
            <a:ext cx="4829264" cy="2672377"/>
            <a:chOff x="890549" y="2902060"/>
            <a:chExt cx="4557970" cy="2546292"/>
          </a:xfrm>
        </p:grpSpPr>
        <p:pic>
          <p:nvPicPr>
            <p:cNvPr id="32" name="Рисунок 31" descr="пролджэ">
              <a:extLst>
                <a:ext uri="{FF2B5EF4-FFF2-40B4-BE49-F238E27FC236}">
                  <a16:creationId xmlns:a16="http://schemas.microsoft.com/office/drawing/2014/main" id="{C8490216-2B85-83A0-4A32-18E845E321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33" name="Рисунок 32" descr="пролджэ">
              <a:extLst>
                <a:ext uri="{FF2B5EF4-FFF2-40B4-BE49-F238E27FC236}">
                  <a16:creationId xmlns:a16="http://schemas.microsoft.com/office/drawing/2014/main" id="{CCDAF17E-6027-63DB-352C-68F99E2D0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471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08F3094-CBF5-4393-2278-DCDDDE6A6B4F}"/>
              </a:ext>
            </a:extLst>
          </p:cNvPr>
          <p:cNvGrpSpPr/>
          <p:nvPr/>
        </p:nvGrpSpPr>
        <p:grpSpPr>
          <a:xfrm>
            <a:off x="1600553" y="543025"/>
            <a:ext cx="8791344" cy="5675678"/>
            <a:chOff x="890549" y="2902060"/>
            <a:chExt cx="4557970" cy="2546292"/>
          </a:xfrm>
        </p:grpSpPr>
        <p:pic>
          <p:nvPicPr>
            <p:cNvPr id="16" name="Рисунок 15" descr="пролджэ">
              <a:extLst>
                <a:ext uri="{FF2B5EF4-FFF2-40B4-BE49-F238E27FC236}">
                  <a16:creationId xmlns:a16="http://schemas.microsoft.com/office/drawing/2014/main" id="{AB74E4E2-7657-711F-8B05-D2E6BB93A8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17" name="Рисунок 16" descr="пролджэ">
              <a:extLst>
                <a:ext uri="{FF2B5EF4-FFF2-40B4-BE49-F238E27FC236}">
                  <a16:creationId xmlns:a16="http://schemas.microsoft.com/office/drawing/2014/main" id="{A03BA4F1-709C-BDF3-5B37-4AB51CA389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  <p:pic>
        <p:nvPicPr>
          <p:cNvPr id="13" name="Рисунок 12" descr="Изображение выглядит как мультфильм, искусство">
            <a:extLst>
              <a:ext uri="{FF2B5EF4-FFF2-40B4-BE49-F238E27FC236}">
                <a16:creationId xmlns:a16="http://schemas.microsoft.com/office/drawing/2014/main" id="{7CCF958D-D66F-1A2C-B495-76E7D5EC5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942" b="99437" l="10000" r="90000">
                        <a14:foregroundMark x1="25875" y1="45779" x2="25875" y2="45779"/>
                        <a14:foregroundMark x1="26250" y1="51782" x2="26250" y2="51782"/>
                        <a14:foregroundMark x1="29375" y1="35647" x2="29375" y2="35647"/>
                        <a14:foregroundMark x1="38000" y1="21764" x2="38000" y2="21764"/>
                        <a14:foregroundMark x1="49625" y1="15009" x2="49625" y2="15009"/>
                        <a14:foregroundMark x1="48750" y1="7129" x2="48750" y2="7129"/>
                        <a14:foregroundMark x1="60750" y1="21201" x2="60750" y2="21201"/>
                        <a14:foregroundMark x1="70000" y1="31520" x2="70000" y2="31520"/>
                        <a14:foregroundMark x1="71625" y1="51407" x2="71625" y2="51407"/>
                        <a14:foregroundMark x1="65875" y1="68480" x2="65875" y2="68480"/>
                        <a14:foregroundMark x1="60125" y1="78612" x2="60125" y2="78612"/>
                        <a14:foregroundMark x1="54125" y1="95685" x2="54125" y2="95685"/>
                        <a14:foregroundMark x1="45875" y1="99250" x2="45875" y2="99250"/>
                        <a14:foregroundMark x1="56000" y1="99437" x2="56000" y2="99437"/>
                        <a14:foregroundMark x1="52500" y1="68668" x2="52500" y2="68668"/>
                        <a14:foregroundMark x1="38000" y1="78612" x2="38000" y2="78612"/>
                        <a14:foregroundMark x1="31500" y1="68293" x2="31500" y2="68293"/>
                        <a14:foregroundMark x1="46500" y1="54034" x2="46500" y2="54034"/>
                        <a14:foregroundMark x1="49875" y1="48030" x2="50250" y2="60413"/>
                        <a14:foregroundMark x1="49625" y1="51595" x2="50125" y2="62477"/>
                        <a14:foregroundMark x1="49625" y1="47092" x2="50875" y2="594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50" r="16613"/>
          <a:stretch/>
        </p:blipFill>
        <p:spPr>
          <a:xfrm>
            <a:off x="9536580" y="3841739"/>
            <a:ext cx="2895322" cy="3012310"/>
          </a:xfrm>
          <a:prstGeom prst="rect">
            <a:avLst/>
          </a:prstGeom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9DBF5D6D-6ABD-51D2-EEB0-30EEFB3E1E2B}"/>
              </a:ext>
            </a:extLst>
          </p:cNvPr>
          <p:cNvGrpSpPr/>
          <p:nvPr/>
        </p:nvGrpSpPr>
        <p:grpSpPr>
          <a:xfrm>
            <a:off x="1135758" y="1142210"/>
            <a:ext cx="8168425" cy="5750260"/>
            <a:chOff x="3873111" y="2613329"/>
            <a:chExt cx="8324383" cy="6197573"/>
          </a:xfrm>
        </p:grpSpPr>
        <p:graphicFrame>
          <p:nvGraphicFramePr>
            <p:cNvPr id="28" name="Схема 27">
              <a:extLst>
                <a:ext uri="{FF2B5EF4-FFF2-40B4-BE49-F238E27FC236}">
                  <a16:creationId xmlns:a16="http://schemas.microsoft.com/office/drawing/2014/main" id="{86E7EA8A-4843-78AD-DFB7-1A86DC869B5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51407010"/>
                </p:ext>
              </p:extLst>
            </p:nvPr>
          </p:nvGraphicFramePr>
          <p:xfrm>
            <a:off x="3873111" y="2613329"/>
            <a:ext cx="8324383" cy="619757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19" name="Схема 18">
              <a:extLst>
                <a:ext uri="{FF2B5EF4-FFF2-40B4-BE49-F238E27FC236}">
                  <a16:creationId xmlns:a16="http://schemas.microsoft.com/office/drawing/2014/main" id="{54ACB03D-70AB-48ED-1B0D-54519E9D537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24450156"/>
                </p:ext>
              </p:extLst>
            </p:nvPr>
          </p:nvGraphicFramePr>
          <p:xfrm>
            <a:off x="5495057" y="3333716"/>
            <a:ext cx="5480324" cy="47568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64FE96A4-ABC7-1EE2-3265-E50AEF607F88}"/>
                  </a:ext>
                </a:extLst>
              </p14:cNvPr>
              <p14:cNvContentPartPr/>
              <p14:nvPr/>
            </p14:nvContentPartPr>
            <p14:xfrm>
              <a:off x="7010240" y="2052080"/>
              <a:ext cx="360" cy="3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64FE96A4-ABC7-1EE2-3265-E50AEF607F8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04120" y="20459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Анализ проблемы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79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мультфильм, искусство">
            <a:extLst>
              <a:ext uri="{FF2B5EF4-FFF2-40B4-BE49-F238E27FC236}">
                <a16:creationId xmlns:a16="http://schemas.microsoft.com/office/drawing/2014/main" id="{7CCF958D-D66F-1A2C-B495-76E7D5EC5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942" b="99437" l="10000" r="90000">
                        <a14:foregroundMark x1="25875" y1="45779" x2="25875" y2="45779"/>
                        <a14:foregroundMark x1="26250" y1="51782" x2="26250" y2="51782"/>
                        <a14:foregroundMark x1="29375" y1="35647" x2="29375" y2="35647"/>
                        <a14:foregroundMark x1="38000" y1="21764" x2="38000" y2="21764"/>
                        <a14:foregroundMark x1="49625" y1="15009" x2="49625" y2="15009"/>
                        <a14:foregroundMark x1="48750" y1="7129" x2="48750" y2="7129"/>
                        <a14:foregroundMark x1="60750" y1="21201" x2="60750" y2="21201"/>
                        <a14:foregroundMark x1="70000" y1="31520" x2="70000" y2="31520"/>
                        <a14:foregroundMark x1="71625" y1="51407" x2="71625" y2="51407"/>
                        <a14:foregroundMark x1="65875" y1="68480" x2="65875" y2="68480"/>
                        <a14:foregroundMark x1="60125" y1="78612" x2="60125" y2="78612"/>
                        <a14:foregroundMark x1="54125" y1="95685" x2="54125" y2="95685"/>
                        <a14:foregroundMark x1="45875" y1="99250" x2="45875" y2="99250"/>
                        <a14:foregroundMark x1="56000" y1="99437" x2="56000" y2="99437"/>
                        <a14:foregroundMark x1="52500" y1="68668" x2="52500" y2="68668"/>
                        <a14:foregroundMark x1="38000" y1="78612" x2="38000" y2="78612"/>
                        <a14:foregroundMark x1="31500" y1="68293" x2="31500" y2="68293"/>
                        <a14:foregroundMark x1="46500" y1="54034" x2="46500" y2="54034"/>
                        <a14:foregroundMark x1="49875" y1="48030" x2="50250" y2="60413"/>
                        <a14:foregroundMark x1="49625" y1="51595" x2="50125" y2="62477"/>
                        <a14:foregroundMark x1="49625" y1="47092" x2="50875" y2="594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50" r="16613"/>
          <a:stretch/>
        </p:blipFill>
        <p:spPr>
          <a:xfrm>
            <a:off x="2718991" y="3855975"/>
            <a:ext cx="2895322" cy="301231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1347" y="-601135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Решение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F02E34E4-5BDD-3A11-1F75-038CC78495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00857"/>
              </p:ext>
            </p:extLst>
          </p:nvPr>
        </p:nvGraphicFramePr>
        <p:xfrm>
          <a:off x="4642746" y="1255265"/>
          <a:ext cx="6167018" cy="3626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7C0D9C0-5B12-D5C2-7D7C-17BFD899A44B}"/>
              </a:ext>
            </a:extLst>
          </p:cNvPr>
          <p:cNvGrpSpPr/>
          <p:nvPr/>
        </p:nvGrpSpPr>
        <p:grpSpPr>
          <a:xfrm>
            <a:off x="8629663" y="4730801"/>
            <a:ext cx="3584565" cy="2192825"/>
            <a:chOff x="890549" y="2902060"/>
            <a:chExt cx="4557970" cy="2546292"/>
          </a:xfrm>
        </p:grpSpPr>
        <p:pic>
          <p:nvPicPr>
            <p:cNvPr id="15" name="Рисунок 14" descr="пролджэ">
              <a:extLst>
                <a:ext uri="{FF2B5EF4-FFF2-40B4-BE49-F238E27FC236}">
                  <a16:creationId xmlns:a16="http://schemas.microsoft.com/office/drawing/2014/main" id="{E7B12A01-BE31-789D-A0FF-6659853AE9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16" name="Рисунок 15" descr="пролджэ">
              <a:extLst>
                <a:ext uri="{FF2B5EF4-FFF2-40B4-BE49-F238E27FC236}">
                  <a16:creationId xmlns:a16="http://schemas.microsoft.com/office/drawing/2014/main" id="{CA1AF14B-DC37-3B42-47EE-49D2F407A9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5469F0D-C1B4-6983-4145-C4AB50A3D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350596"/>
              </p:ext>
            </p:extLst>
          </p:nvPr>
        </p:nvGraphicFramePr>
        <p:xfrm>
          <a:off x="-1559835" y="1255265"/>
          <a:ext cx="6167018" cy="3626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49957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Преимущества «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SSOR</a:t>
            </a:r>
            <a:r>
              <a:rPr lang="ru-RU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»</a:t>
            </a:r>
            <a:endParaRPr lang="en-US" sz="3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DB82089B-0D0D-3F4A-774C-7AD7123E21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266977"/>
              </p:ext>
            </p:extLst>
          </p:nvPr>
        </p:nvGraphicFramePr>
        <p:xfrm>
          <a:off x="133223" y="999808"/>
          <a:ext cx="4623543" cy="5708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5ED28E-5F7F-D989-9DF7-5665BFDFD913}"/>
              </a:ext>
            </a:extLst>
          </p:cNvPr>
          <p:cNvSpPr txBox="1"/>
          <p:nvPr/>
        </p:nvSpPr>
        <p:spPr>
          <a:xfrm>
            <a:off x="420592" y="1406502"/>
            <a:ext cx="37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F9925-00E1-799C-52E4-F4FA79FA91BE}"/>
              </a:ext>
            </a:extLst>
          </p:cNvPr>
          <p:cNvSpPr txBox="1"/>
          <p:nvPr/>
        </p:nvSpPr>
        <p:spPr>
          <a:xfrm>
            <a:off x="935661" y="2276974"/>
            <a:ext cx="17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88360A-3576-18B1-790F-08DBAACF2F68}"/>
              </a:ext>
            </a:extLst>
          </p:cNvPr>
          <p:cNvSpPr txBox="1"/>
          <p:nvPr/>
        </p:nvSpPr>
        <p:spPr>
          <a:xfrm>
            <a:off x="1170931" y="3213912"/>
            <a:ext cx="45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83C30C-55AD-821D-5349-A10A11764943}"/>
              </a:ext>
            </a:extLst>
          </p:cNvPr>
          <p:cNvSpPr txBox="1"/>
          <p:nvPr/>
        </p:nvSpPr>
        <p:spPr>
          <a:xfrm>
            <a:off x="1173095" y="4090484"/>
            <a:ext cx="539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4CAA5D-0ADD-DECD-4260-669E423771F8}"/>
              </a:ext>
            </a:extLst>
          </p:cNvPr>
          <p:cNvSpPr txBox="1"/>
          <p:nvPr/>
        </p:nvSpPr>
        <p:spPr>
          <a:xfrm>
            <a:off x="949877" y="5020161"/>
            <a:ext cx="44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5E9EBE-F40E-827B-1340-653169224BBD}"/>
              </a:ext>
            </a:extLst>
          </p:cNvPr>
          <p:cNvSpPr txBox="1"/>
          <p:nvPr/>
        </p:nvSpPr>
        <p:spPr>
          <a:xfrm>
            <a:off x="407060" y="5930436"/>
            <a:ext cx="2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C41CB5-F4A3-2F1E-D6F2-8E4BA6B194A6}"/>
              </a:ext>
            </a:extLst>
          </p:cNvPr>
          <p:cNvSpPr txBox="1"/>
          <p:nvPr/>
        </p:nvSpPr>
        <p:spPr>
          <a:xfrm>
            <a:off x="-99650" y="3202014"/>
            <a:ext cx="625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🛠️</a:t>
            </a:r>
          </a:p>
        </p:txBody>
      </p: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3B3D632F-5D26-7EE5-5F8E-3930565BF0A4}"/>
              </a:ext>
            </a:extLst>
          </p:cNvPr>
          <p:cNvGrpSpPr/>
          <p:nvPr/>
        </p:nvGrpSpPr>
        <p:grpSpPr>
          <a:xfrm rot="10800000">
            <a:off x="7517240" y="20398"/>
            <a:ext cx="10997324" cy="7683083"/>
            <a:chOff x="-1057800" y="121998"/>
            <a:chExt cx="10997324" cy="7683083"/>
          </a:xfrm>
        </p:grpSpPr>
        <p:sp>
          <p:nvSpPr>
            <p:cNvPr id="71" name="Арка 70">
              <a:extLst>
                <a:ext uri="{FF2B5EF4-FFF2-40B4-BE49-F238E27FC236}">
                  <a16:creationId xmlns:a16="http://schemas.microsoft.com/office/drawing/2014/main" id="{F6325D3C-DE18-2F0D-E944-1B561CAC258B}"/>
                </a:ext>
              </a:extLst>
            </p:cNvPr>
            <p:cNvSpPr/>
            <p:nvPr/>
          </p:nvSpPr>
          <p:spPr>
            <a:xfrm>
              <a:off x="-1057800" y="121998"/>
              <a:ext cx="7683083" cy="7683083"/>
            </a:xfrm>
            <a:prstGeom prst="blockArc">
              <a:avLst>
                <a:gd name="adj1" fmla="val 18900000"/>
                <a:gd name="adj2" fmla="val 2700000"/>
                <a:gd name="adj3" fmla="val 281"/>
              </a:avLst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Полилиния: фигура 71">
              <a:extLst>
                <a:ext uri="{FF2B5EF4-FFF2-40B4-BE49-F238E27FC236}">
                  <a16:creationId xmlns:a16="http://schemas.microsoft.com/office/drawing/2014/main" id="{3CCD335F-735A-7512-40C8-6D278FE28162}"/>
                </a:ext>
              </a:extLst>
            </p:cNvPr>
            <p:cNvSpPr/>
            <p:nvPr/>
          </p:nvSpPr>
          <p:spPr>
            <a:xfrm rot="10800000">
              <a:off x="5854297" y="1409878"/>
              <a:ext cx="4085227" cy="600995"/>
            </a:xfrm>
            <a:custGeom>
              <a:avLst/>
              <a:gdLst>
                <a:gd name="connsiteX0" fmla="*/ 0 w 4085227"/>
                <a:gd name="connsiteY0" fmla="*/ 0 h 600995"/>
                <a:gd name="connsiteX1" fmla="*/ 4085227 w 4085227"/>
                <a:gd name="connsiteY1" fmla="*/ 0 h 600995"/>
                <a:gd name="connsiteX2" fmla="*/ 4085227 w 4085227"/>
                <a:gd name="connsiteY2" fmla="*/ 600995 h 600995"/>
                <a:gd name="connsiteX3" fmla="*/ 0 w 4085227"/>
                <a:gd name="connsiteY3" fmla="*/ 600995 h 600995"/>
                <a:gd name="connsiteX4" fmla="*/ 0 w 4085227"/>
                <a:gd name="connsiteY4" fmla="*/ 0 h 60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5227" h="600995">
                  <a:moveTo>
                    <a:pt x="0" y="0"/>
                  </a:moveTo>
                  <a:lnTo>
                    <a:pt x="4085227" y="0"/>
                  </a:lnTo>
                  <a:lnTo>
                    <a:pt x="4085227" y="600995"/>
                  </a:lnTo>
                  <a:lnTo>
                    <a:pt x="0" y="6009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77040" tIns="30480" rIns="30480" bIns="30480" numCol="1" spcCol="1270" anchor="ctr" anchorCtr="0">
              <a:noAutofit/>
            </a:bodyPr>
            <a:lstStyle/>
            <a:p>
              <a: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Улучшение репутации и привлечение финансирования образовательного учреждения</a:t>
              </a:r>
            </a:p>
          </p:txBody>
        </p:sp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6B99AEB5-A683-64C8-771F-1467899D8AAA}"/>
                </a:ext>
              </a:extLst>
            </p:cNvPr>
            <p:cNvSpPr/>
            <p:nvPr/>
          </p:nvSpPr>
          <p:spPr>
            <a:xfrm>
              <a:off x="5478675" y="1334754"/>
              <a:ext cx="751244" cy="751244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A024EC10-88B2-7621-DEC6-E39D6E0355D2}"/>
                </a:ext>
              </a:extLst>
            </p:cNvPr>
            <p:cNvSpPr/>
            <p:nvPr/>
          </p:nvSpPr>
          <p:spPr>
            <a:xfrm rot="10800000">
              <a:off x="6348657" y="2311258"/>
              <a:ext cx="3590867" cy="600995"/>
            </a:xfrm>
            <a:custGeom>
              <a:avLst/>
              <a:gdLst>
                <a:gd name="connsiteX0" fmla="*/ 0 w 3590867"/>
                <a:gd name="connsiteY0" fmla="*/ 0 h 600995"/>
                <a:gd name="connsiteX1" fmla="*/ 3590867 w 3590867"/>
                <a:gd name="connsiteY1" fmla="*/ 0 h 600995"/>
                <a:gd name="connsiteX2" fmla="*/ 3590867 w 3590867"/>
                <a:gd name="connsiteY2" fmla="*/ 600995 h 600995"/>
                <a:gd name="connsiteX3" fmla="*/ 0 w 3590867"/>
                <a:gd name="connsiteY3" fmla="*/ 600995 h 600995"/>
                <a:gd name="connsiteX4" fmla="*/ 0 w 3590867"/>
                <a:gd name="connsiteY4" fmla="*/ 0 h 60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0867" h="600995">
                  <a:moveTo>
                    <a:pt x="0" y="0"/>
                  </a:moveTo>
                  <a:lnTo>
                    <a:pt x="3590867" y="0"/>
                  </a:lnTo>
                  <a:lnTo>
                    <a:pt x="3590867" y="600995"/>
                  </a:lnTo>
                  <a:lnTo>
                    <a:pt x="0" y="6009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77040" tIns="30480" rIns="30480" bIns="30480" numCol="1" spcCol="1270" anchor="ctr" anchorCtr="0">
              <a:noAutofit/>
            </a:bodyPr>
            <a:lstStyle/>
            <a:p>
              <a:r>
                <a:rPr lang="ru-RU" sz="1200" b="1" dirty="0"/>
                <a:t>Поощрение и мотивация </a:t>
              </a:r>
            </a:p>
            <a:p>
              <a:r>
                <a:rPr lang="ru-RU" sz="1200" b="1" dirty="0"/>
                <a:t>победителей и их преподавателей</a:t>
              </a:r>
            </a:p>
          </p:txBody>
        </p:sp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025541FF-1292-5481-C003-47B3CAEB7725}"/>
                </a:ext>
              </a:extLst>
            </p:cNvPr>
            <p:cNvSpPr/>
            <p:nvPr/>
          </p:nvSpPr>
          <p:spPr>
            <a:xfrm>
              <a:off x="5973035" y="2236133"/>
              <a:ext cx="751244" cy="751244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49171C0C-6FA0-8EE8-3D7C-2B587007EAAF}"/>
                </a:ext>
              </a:extLst>
            </p:cNvPr>
            <p:cNvSpPr/>
            <p:nvPr/>
          </p:nvSpPr>
          <p:spPr>
            <a:xfrm rot="10800000">
              <a:off x="6574715" y="3212637"/>
              <a:ext cx="3364809" cy="600995"/>
            </a:xfrm>
            <a:custGeom>
              <a:avLst/>
              <a:gdLst>
                <a:gd name="connsiteX0" fmla="*/ 0 w 3364809"/>
                <a:gd name="connsiteY0" fmla="*/ 0 h 600995"/>
                <a:gd name="connsiteX1" fmla="*/ 3364809 w 3364809"/>
                <a:gd name="connsiteY1" fmla="*/ 0 h 600995"/>
                <a:gd name="connsiteX2" fmla="*/ 3364809 w 3364809"/>
                <a:gd name="connsiteY2" fmla="*/ 600995 h 600995"/>
                <a:gd name="connsiteX3" fmla="*/ 0 w 3364809"/>
                <a:gd name="connsiteY3" fmla="*/ 600995 h 600995"/>
                <a:gd name="connsiteX4" fmla="*/ 0 w 3364809"/>
                <a:gd name="connsiteY4" fmla="*/ 0 h 60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4809" h="600995">
                  <a:moveTo>
                    <a:pt x="0" y="0"/>
                  </a:moveTo>
                  <a:lnTo>
                    <a:pt x="3364809" y="0"/>
                  </a:lnTo>
                  <a:lnTo>
                    <a:pt x="3364809" y="600995"/>
                  </a:lnTo>
                  <a:lnTo>
                    <a:pt x="0" y="6009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77040" tIns="30480" rIns="30480" bIns="30480" numCol="1" spcCol="1270" anchor="ctr" anchorCtr="0">
              <a:noAutofit/>
            </a:bodyPr>
            <a:lstStyle/>
            <a:p>
              <a: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Не потеряются достижения</a:t>
              </a:r>
              <a:b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Возможность составления рейтингов</a:t>
              </a:r>
              <a:endParaRPr lang="ru-RU" sz="1200" b="1" dirty="0"/>
            </a:p>
          </p:txBody>
        </p:sp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C40590CC-B649-7562-E5CD-45B901C6404A}"/>
                </a:ext>
              </a:extLst>
            </p:cNvPr>
            <p:cNvSpPr/>
            <p:nvPr/>
          </p:nvSpPr>
          <p:spPr>
            <a:xfrm>
              <a:off x="6199093" y="3137512"/>
              <a:ext cx="751244" cy="751244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3DB3260B-B5F7-1B04-895D-443F6881DCAD}"/>
                </a:ext>
              </a:extLst>
            </p:cNvPr>
            <p:cNvSpPr/>
            <p:nvPr/>
          </p:nvSpPr>
          <p:spPr>
            <a:xfrm rot="10800000">
              <a:off x="6574715" y="4113445"/>
              <a:ext cx="3364809" cy="600995"/>
            </a:xfrm>
            <a:custGeom>
              <a:avLst/>
              <a:gdLst>
                <a:gd name="connsiteX0" fmla="*/ 0 w 3364809"/>
                <a:gd name="connsiteY0" fmla="*/ 0 h 600995"/>
                <a:gd name="connsiteX1" fmla="*/ 3364809 w 3364809"/>
                <a:gd name="connsiteY1" fmla="*/ 0 h 600995"/>
                <a:gd name="connsiteX2" fmla="*/ 3364809 w 3364809"/>
                <a:gd name="connsiteY2" fmla="*/ 600995 h 600995"/>
                <a:gd name="connsiteX3" fmla="*/ 0 w 3364809"/>
                <a:gd name="connsiteY3" fmla="*/ 600995 h 600995"/>
                <a:gd name="connsiteX4" fmla="*/ 0 w 3364809"/>
                <a:gd name="connsiteY4" fmla="*/ 0 h 60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4809" h="600995">
                  <a:moveTo>
                    <a:pt x="0" y="0"/>
                  </a:moveTo>
                  <a:lnTo>
                    <a:pt x="3364809" y="0"/>
                  </a:lnTo>
                  <a:lnTo>
                    <a:pt x="3364809" y="600995"/>
                  </a:lnTo>
                  <a:lnTo>
                    <a:pt x="0" y="6009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77040" tIns="30480" rIns="30480" bIns="30480" numCol="1" spcCol="1270" anchor="ctr" anchorCtr="0">
              <a:noAutofit/>
            </a:bodyPr>
            <a:lstStyle/>
            <a:p>
              <a:pPr marL="0" lvl="0" indent="0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Возможность более конкретного  изучения олимпиады в           официальном источнике</a:t>
              </a:r>
              <a:endParaRPr lang="ru-RU" sz="1200" b="1" kern="1200" dirty="0"/>
            </a:p>
          </p:txBody>
        </p:sp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39F4B0D0-73EC-FB52-C575-45A6C934F02F}"/>
                </a:ext>
              </a:extLst>
            </p:cNvPr>
            <p:cNvSpPr/>
            <p:nvPr/>
          </p:nvSpPr>
          <p:spPr>
            <a:xfrm>
              <a:off x="6199093" y="4038320"/>
              <a:ext cx="751244" cy="751244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9607D35B-6D40-E582-3915-B0CB05480E21}"/>
                </a:ext>
              </a:extLst>
            </p:cNvPr>
            <p:cNvSpPr/>
            <p:nvPr/>
          </p:nvSpPr>
          <p:spPr>
            <a:xfrm rot="10800000">
              <a:off x="6527715" y="5014824"/>
              <a:ext cx="3411808" cy="600995"/>
            </a:xfrm>
            <a:custGeom>
              <a:avLst/>
              <a:gdLst>
                <a:gd name="connsiteX0" fmla="*/ 0 w 3590867"/>
                <a:gd name="connsiteY0" fmla="*/ 0 h 600995"/>
                <a:gd name="connsiteX1" fmla="*/ 3590867 w 3590867"/>
                <a:gd name="connsiteY1" fmla="*/ 0 h 600995"/>
                <a:gd name="connsiteX2" fmla="*/ 3590867 w 3590867"/>
                <a:gd name="connsiteY2" fmla="*/ 600995 h 600995"/>
                <a:gd name="connsiteX3" fmla="*/ 0 w 3590867"/>
                <a:gd name="connsiteY3" fmla="*/ 600995 h 600995"/>
                <a:gd name="connsiteX4" fmla="*/ 0 w 3590867"/>
                <a:gd name="connsiteY4" fmla="*/ 0 h 60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0867" h="600995">
                  <a:moveTo>
                    <a:pt x="0" y="0"/>
                  </a:moveTo>
                  <a:lnTo>
                    <a:pt x="3590867" y="0"/>
                  </a:lnTo>
                  <a:lnTo>
                    <a:pt x="3590867" y="600995"/>
                  </a:lnTo>
                  <a:lnTo>
                    <a:pt x="0" y="6009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77040" tIns="30480" rIns="30480" bIns="30480" numCol="1" spcCol="1270" anchor="ctr" anchorCtr="0">
              <a:noAutofit/>
            </a:bodyPr>
            <a:lstStyle/>
            <a:p>
              <a: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Не пропустится время регистрации 		и участия</a:t>
              </a:r>
              <a:endParaRPr lang="ru-RU" sz="1200" b="1" dirty="0"/>
            </a:p>
          </p:txBody>
        </p:sp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02606B7C-8AB1-C2F9-EB9F-CDAD6004CE6B}"/>
                </a:ext>
              </a:extLst>
            </p:cNvPr>
            <p:cNvSpPr/>
            <p:nvPr/>
          </p:nvSpPr>
          <p:spPr>
            <a:xfrm>
              <a:off x="5973035" y="4939700"/>
              <a:ext cx="751244" cy="751244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B5A83501-BEBB-2CFC-0E69-049F9D53C32E}"/>
                </a:ext>
              </a:extLst>
            </p:cNvPr>
            <p:cNvSpPr/>
            <p:nvPr/>
          </p:nvSpPr>
          <p:spPr>
            <a:xfrm rot="10800000">
              <a:off x="5854297" y="5916203"/>
              <a:ext cx="4085227" cy="600995"/>
            </a:xfrm>
            <a:custGeom>
              <a:avLst/>
              <a:gdLst>
                <a:gd name="connsiteX0" fmla="*/ 0 w 4085227"/>
                <a:gd name="connsiteY0" fmla="*/ 0 h 600995"/>
                <a:gd name="connsiteX1" fmla="*/ 4085227 w 4085227"/>
                <a:gd name="connsiteY1" fmla="*/ 0 h 600995"/>
                <a:gd name="connsiteX2" fmla="*/ 4085227 w 4085227"/>
                <a:gd name="connsiteY2" fmla="*/ 600995 h 600995"/>
                <a:gd name="connsiteX3" fmla="*/ 0 w 4085227"/>
                <a:gd name="connsiteY3" fmla="*/ 600995 h 600995"/>
                <a:gd name="connsiteX4" fmla="*/ 0 w 4085227"/>
                <a:gd name="connsiteY4" fmla="*/ 0 h 60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5227" h="600995">
                  <a:moveTo>
                    <a:pt x="0" y="0"/>
                  </a:moveTo>
                  <a:lnTo>
                    <a:pt x="4085227" y="0"/>
                  </a:lnTo>
                  <a:lnTo>
                    <a:pt x="4085227" y="600995"/>
                  </a:lnTo>
                  <a:lnTo>
                    <a:pt x="0" y="60099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77040" tIns="30480" rIns="30480" bIns="30480" numCol="1" spcCol="1270" anchor="ctr" anchorCtr="0">
              <a:noAutofit/>
            </a:bodyPr>
            <a:lstStyle/>
            <a:p>
              <a:pPr marL="0" lvl="0" indent="0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1200" b="1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Экономия до 90% времени сбора информации</a:t>
              </a:r>
              <a:r>
                <a:rPr lang="ru-RU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     </a:t>
              </a:r>
              <a:r>
                <a:rPr lang="ru-RU" sz="1200" b="1" kern="1200" dirty="0">
                  <a:latin typeface="Calibri" panose="020F0502020204030204" pitchFamily="34" charset="0"/>
                  <a:cs typeface="Calibri" panose="020F0502020204030204" pitchFamily="34" charset="0"/>
                </a:rPr>
                <a:t> про олимпиады и их результаты</a:t>
              </a:r>
              <a:endParaRPr lang="ru-RU" sz="1200" b="1" kern="1200" dirty="0"/>
            </a:p>
          </p:txBody>
        </p:sp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623F4BBA-A458-FA9C-9456-E5DDDC6D9E61}"/>
                </a:ext>
              </a:extLst>
            </p:cNvPr>
            <p:cNvSpPr/>
            <p:nvPr/>
          </p:nvSpPr>
          <p:spPr>
            <a:xfrm>
              <a:off x="5478675" y="5841079"/>
              <a:ext cx="751244" cy="751244"/>
            </a:xfrm>
            <a:prstGeom prst="ellips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29FC8E7-89CA-DCBD-8737-B1962B7C8294}"/>
              </a:ext>
            </a:extLst>
          </p:cNvPr>
          <p:cNvSpPr txBox="1"/>
          <p:nvPr/>
        </p:nvSpPr>
        <p:spPr>
          <a:xfrm>
            <a:off x="11185312" y="3250975"/>
            <a:ext cx="1006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📈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19652F-8FD4-89DB-7524-38ADB1DC26E1}"/>
              </a:ext>
            </a:extLst>
          </p:cNvPr>
          <p:cNvSpPr txBox="1"/>
          <p:nvPr/>
        </p:nvSpPr>
        <p:spPr>
          <a:xfrm>
            <a:off x="11428206" y="1400006"/>
            <a:ext cx="22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354154-85E8-EED9-37C0-8F5EC1097BAD}"/>
              </a:ext>
            </a:extLst>
          </p:cNvPr>
          <p:cNvSpPr txBox="1"/>
          <p:nvPr/>
        </p:nvSpPr>
        <p:spPr>
          <a:xfrm>
            <a:off x="10917399" y="2307469"/>
            <a:ext cx="24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FCB61D-625F-93AA-F9E7-DE9A3F9B0A08}"/>
              </a:ext>
            </a:extLst>
          </p:cNvPr>
          <p:cNvSpPr txBox="1"/>
          <p:nvPr/>
        </p:nvSpPr>
        <p:spPr>
          <a:xfrm>
            <a:off x="10703764" y="3206619"/>
            <a:ext cx="1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52E317-5E37-633A-D102-96BEB2A9B5F5}"/>
              </a:ext>
            </a:extLst>
          </p:cNvPr>
          <p:cNvSpPr txBox="1"/>
          <p:nvPr/>
        </p:nvSpPr>
        <p:spPr>
          <a:xfrm>
            <a:off x="10964864" y="4991841"/>
            <a:ext cx="1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9B6F8B-CA94-4914-FD2C-E63A27512A5A}"/>
              </a:ext>
            </a:extLst>
          </p:cNvPr>
          <p:cNvSpPr txBox="1"/>
          <p:nvPr/>
        </p:nvSpPr>
        <p:spPr>
          <a:xfrm>
            <a:off x="10732485" y="4147225"/>
            <a:ext cx="1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0BB041-A02C-B3BF-E6C8-4F43BC01786E}"/>
              </a:ext>
            </a:extLst>
          </p:cNvPr>
          <p:cNvSpPr txBox="1"/>
          <p:nvPr/>
        </p:nvSpPr>
        <p:spPr>
          <a:xfrm>
            <a:off x="11470921" y="5924949"/>
            <a:ext cx="21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ы</a:t>
            </a:r>
          </a:p>
        </p:txBody>
      </p:sp>
    </p:spTree>
    <p:extLst>
      <p:ext uri="{BB962C8B-B14F-4D97-AF65-F5344CB8AC3E}">
        <p14:creationId xmlns:p14="http://schemas.microsoft.com/office/powerpoint/2010/main" val="227932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Нагрузка и частота использования «</a:t>
            </a:r>
            <a:r>
              <a:rPr lang="en-US" sz="3600" b="1" dirty="0">
                <a:solidFill>
                  <a:schemeClr val="bg1"/>
                </a:solidFill>
              </a:rPr>
              <a:t>SSOR</a:t>
            </a:r>
            <a:r>
              <a:rPr lang="ru-RU" sz="3600" b="1" dirty="0">
                <a:solidFill>
                  <a:schemeClr val="bg1"/>
                </a:solidFill>
              </a:rPr>
              <a:t>»</a:t>
            </a:r>
          </a:p>
        </p:txBody>
      </p:sp>
      <p:graphicFrame>
        <p:nvGraphicFramePr>
          <p:cNvPr id="15" name="Схема 14"/>
          <p:cNvGraphicFramePr/>
          <p:nvPr>
            <p:extLst>
              <p:ext uri="{D42A27DB-BD31-4B8C-83A1-F6EECF244321}">
                <p14:modId xmlns:p14="http://schemas.microsoft.com/office/powerpoint/2010/main" val="409839773"/>
              </p:ext>
            </p:extLst>
          </p:nvPr>
        </p:nvGraphicFramePr>
        <p:xfrm>
          <a:off x="2152019" y="1869614"/>
          <a:ext cx="7593309" cy="4123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0555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Аналоги</a:t>
            </a:r>
            <a:r>
              <a:rPr lang="en-US" sz="3600" b="1" dirty="0">
                <a:solidFill>
                  <a:schemeClr val="bg1"/>
                </a:solidFill>
              </a:rPr>
              <a:t>/</a:t>
            </a:r>
            <a:r>
              <a:rPr lang="ru-RU" sz="3600" b="1" dirty="0">
                <a:solidFill>
                  <a:schemeClr val="bg1"/>
                </a:solidFill>
              </a:rPr>
              <a:t>Анализ продукции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61428CA-C10F-73A4-EAD8-81C193675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91311"/>
              </p:ext>
            </p:extLst>
          </p:nvPr>
        </p:nvGraphicFramePr>
        <p:xfrm>
          <a:off x="268843" y="1221134"/>
          <a:ext cx="11359662" cy="5303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86554">
                  <a:extLst>
                    <a:ext uri="{9D8B030D-6E8A-4147-A177-3AD203B41FA5}">
                      <a16:colId xmlns:a16="http://schemas.microsoft.com/office/drawing/2014/main" val="1019266181"/>
                    </a:ext>
                  </a:extLst>
                </a:gridCol>
                <a:gridCol w="3786554">
                  <a:extLst>
                    <a:ext uri="{9D8B030D-6E8A-4147-A177-3AD203B41FA5}">
                      <a16:colId xmlns:a16="http://schemas.microsoft.com/office/drawing/2014/main" val="1532274394"/>
                    </a:ext>
                  </a:extLst>
                </a:gridCol>
                <a:gridCol w="3786554">
                  <a:extLst>
                    <a:ext uri="{9D8B030D-6E8A-4147-A177-3AD203B41FA5}">
                      <a16:colId xmlns:a16="http://schemas.microsoft.com/office/drawing/2014/main" val="1579869758"/>
                    </a:ext>
                  </a:extLst>
                </a:gridCol>
              </a:tblGrid>
              <a:tr h="61513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Способы сбора информации об олимпиадах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Плюсы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Недостатки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60098727"/>
                  </a:ext>
                </a:extLst>
              </a:tr>
              <a:tr h="1933283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«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SSOR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»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Получение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 официальной информации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Удобный вывод информации в виде таблицы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Хранение результатов олимпиад 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14683844"/>
                  </a:ext>
                </a:extLst>
              </a:tr>
              <a:tr h="11423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Фильтры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 на сайте 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olimpiada.ru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-Получение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 официальной информации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- Удобный вывод информации в виде списка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Нет хранения результатов олимпиад 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>
                        <a:buFontTx/>
                        <a:buNone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72499727"/>
                  </a:ext>
                </a:extLst>
              </a:tr>
              <a:tr h="1406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Телеграмм-бот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 «Олимпиады и </a:t>
                      </a:r>
                      <a:r>
                        <a:rPr lang="ru-RU" baseline="0" dirty="0" err="1">
                          <a:solidFill>
                            <a:schemeClr val="bg1"/>
                          </a:solidFill>
                        </a:rPr>
                        <a:t>хакатоны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» и подобные ему телеграмм-боты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Показывает</a:t>
                      </a: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baseline="0" dirty="0" err="1">
                          <a:solidFill>
                            <a:schemeClr val="bg1"/>
                          </a:solidFill>
                        </a:rPr>
                        <a:t>хакатоны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Блокировка Телеграмм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Неудобный интерфейс поиска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baseline="0" dirty="0">
                          <a:solidFill>
                            <a:schemeClr val="bg1"/>
                          </a:solidFill>
                        </a:rPr>
                        <a:t>Нет хранения результатов олимпиад 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  <a:p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96231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450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Реализация и целевая аудитория «</a:t>
            </a:r>
            <a:r>
              <a:rPr lang="en-US" sz="3600" b="1" dirty="0">
                <a:solidFill>
                  <a:schemeClr val="bg1"/>
                </a:solidFill>
              </a:rPr>
              <a:t>SSOR</a:t>
            </a:r>
            <a:r>
              <a:rPr lang="ru-RU" sz="3600" b="1" dirty="0">
                <a:solidFill>
                  <a:schemeClr val="bg1"/>
                </a:solidFill>
              </a:rPr>
              <a:t>»</a:t>
            </a:r>
          </a:p>
        </p:txBody>
      </p:sp>
      <p:graphicFrame>
        <p:nvGraphicFramePr>
          <p:cNvPr id="37" name="Таблица 36">
            <a:extLst>
              <a:ext uri="{FF2B5EF4-FFF2-40B4-BE49-F238E27FC236}">
                <a16:creationId xmlns:a16="http://schemas.microsoft.com/office/drawing/2014/main" id="{5258D41C-DF01-AAF7-F586-4E0DFF7AA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59840"/>
              </p:ext>
            </p:extLst>
          </p:nvPr>
        </p:nvGraphicFramePr>
        <p:xfrm>
          <a:off x="363792" y="1181277"/>
          <a:ext cx="11549432" cy="51781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7358">
                  <a:extLst>
                    <a:ext uri="{9D8B030D-6E8A-4147-A177-3AD203B41FA5}">
                      <a16:colId xmlns:a16="http://schemas.microsoft.com/office/drawing/2014/main" val="3362316619"/>
                    </a:ext>
                  </a:extLst>
                </a:gridCol>
                <a:gridCol w="2887358">
                  <a:extLst>
                    <a:ext uri="{9D8B030D-6E8A-4147-A177-3AD203B41FA5}">
                      <a16:colId xmlns:a16="http://schemas.microsoft.com/office/drawing/2014/main" val="3755222681"/>
                    </a:ext>
                  </a:extLst>
                </a:gridCol>
                <a:gridCol w="2887358">
                  <a:extLst>
                    <a:ext uri="{9D8B030D-6E8A-4147-A177-3AD203B41FA5}">
                      <a16:colId xmlns:a16="http://schemas.microsoft.com/office/drawing/2014/main" val="2513271381"/>
                    </a:ext>
                  </a:extLst>
                </a:gridCol>
                <a:gridCol w="2887358">
                  <a:extLst>
                    <a:ext uri="{9D8B030D-6E8A-4147-A177-3AD203B41FA5}">
                      <a16:colId xmlns:a16="http://schemas.microsoft.com/office/drawing/2014/main" val="447170150"/>
                    </a:ext>
                  </a:extLst>
                </a:gridCol>
              </a:tblGrid>
              <a:tr h="42332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Распространение в виде ПОДПИСКИ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25071"/>
                  </a:ext>
                </a:extLst>
              </a:tr>
              <a:tr h="740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Вид подписки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Стандартная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Freemium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Premium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00297209"/>
                  </a:ext>
                </a:extLst>
              </a:tr>
              <a:tr h="944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Кто покупает?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Обычные пользователи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Бесплатно для «Центра талантов Кемерово»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Образовательные учреждения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42249115"/>
                  </a:ext>
                </a:extLst>
              </a:tr>
              <a:tr h="16932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Пользователи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Ученики, родители и сотрудники образовательных учреждений на любых устройствах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Пользователи компьютеров и ноутбуков  «Центра Талантов Кемерово»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Пользователи компьютеров образовательного учреждения, купившего  подписку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96717978"/>
                  </a:ext>
                </a:extLst>
              </a:tr>
              <a:tr h="13758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Где будет реализовано и продаваться?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Свой сайт программы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В виде отдельной вкладки на новом сайте «Центра Талантов Кемерово»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Свой сайт программы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9620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65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Дорожная карта развития «</a:t>
            </a:r>
            <a:r>
              <a:rPr lang="en-US" sz="3600" b="1" dirty="0">
                <a:solidFill>
                  <a:schemeClr val="bg1"/>
                </a:solidFill>
              </a:rPr>
              <a:t>SSOR</a:t>
            </a:r>
            <a:r>
              <a:rPr lang="ru-RU" sz="3600" b="1" dirty="0">
                <a:solidFill>
                  <a:schemeClr val="bg1"/>
                </a:solidFill>
              </a:rPr>
              <a:t>»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48F67320-F700-CBF8-112F-057FFE0480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17673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8" name="Схема 17"/>
          <p:cNvGraphicFramePr/>
          <p:nvPr>
            <p:extLst>
              <p:ext uri="{D42A27DB-BD31-4B8C-83A1-F6EECF244321}">
                <p14:modId xmlns:p14="http://schemas.microsoft.com/office/powerpoint/2010/main" val="4168802393"/>
              </p:ext>
            </p:extLst>
          </p:nvPr>
        </p:nvGraphicFramePr>
        <p:xfrm>
          <a:off x="0" y="1525415"/>
          <a:ext cx="10210777" cy="5199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0B6AB8D6-F30B-F1FA-FCC7-9C7F3CEC7F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326794"/>
              </p:ext>
            </p:extLst>
          </p:nvPr>
        </p:nvGraphicFramePr>
        <p:xfrm>
          <a:off x="7997080" y="1515344"/>
          <a:ext cx="4096719" cy="3997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156A70C2-44AC-6418-5DBA-114D57E427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63681" y="2626121"/>
            <a:ext cx="1769912" cy="7062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E8FC17F3-343B-51F4-5BC6-BB4BB229221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05536" y="4539338"/>
            <a:ext cx="1976024" cy="6257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54605913-E7E7-E795-70E7-DF7DEB1907E4}"/>
              </a:ext>
            </a:extLst>
          </p:cNvPr>
          <p:cNvCxnSpPr/>
          <p:nvPr/>
        </p:nvCxnSpPr>
        <p:spPr>
          <a:xfrm>
            <a:off x="7380691" y="3864181"/>
            <a:ext cx="625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4" name="Рукописный ввод 43">
                <a:extLst>
                  <a:ext uri="{FF2B5EF4-FFF2-40B4-BE49-F238E27FC236}">
                    <a16:creationId xmlns:a16="http://schemas.microsoft.com/office/drawing/2014/main" id="{8B8FFF93-1FC5-5E33-7B96-553587D3A3D5}"/>
                  </a:ext>
                </a:extLst>
              </p14:cNvPr>
              <p14:cNvContentPartPr/>
              <p14:nvPr/>
            </p14:nvContentPartPr>
            <p14:xfrm>
              <a:off x="7846723" y="3735085"/>
              <a:ext cx="349920" cy="356400"/>
            </p14:xfrm>
          </p:contentPart>
        </mc:Choice>
        <mc:Fallback>
          <p:pic>
            <p:nvPicPr>
              <p:cNvPr id="44" name="Рукописный ввод 43">
                <a:extLst>
                  <a:ext uri="{FF2B5EF4-FFF2-40B4-BE49-F238E27FC236}">
                    <a16:creationId xmlns:a16="http://schemas.microsoft.com/office/drawing/2014/main" id="{8B8FFF93-1FC5-5E33-7B96-553587D3A3D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40603" y="3728965"/>
                <a:ext cx="362160" cy="3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289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4C6485-6528-C611-D80C-8C957835B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413BD-A48D-F151-6E2C-B2FA713C7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C076A8-D0BC-3EC9-46CD-46B50D616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039B70BA-2365-62BD-3DF9-9A16D5B6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4A7CCA2-67AB-293A-0E26-9F859F57B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DDA30879-2525-6B0C-E423-A2E2197F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13CCFB-E698-FC7B-0C09-333126B8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A2860-6F0B-8243-D00D-03543DF5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 descr="пролджэ">
            <a:extLst>
              <a:ext uri="{FF2B5EF4-FFF2-40B4-BE49-F238E27FC236}">
                <a16:creationId xmlns:a16="http://schemas.microsoft.com/office/drawing/2014/main" id="{A03BA4F1-709C-BDF3-5B37-4AB51CA389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71301" b="22847"/>
          <a:stretch/>
        </p:blipFill>
        <p:spPr>
          <a:xfrm>
            <a:off x="3477002" y="515631"/>
            <a:ext cx="1797822" cy="5651279"/>
          </a:xfrm>
          <a:prstGeom prst="rect">
            <a:avLst/>
          </a:prstGeom>
        </p:spPr>
      </p:pic>
      <p:pic>
        <p:nvPicPr>
          <p:cNvPr id="5" name="Рисунок 4" descr="пролджэ">
            <a:extLst>
              <a:ext uri="{FF2B5EF4-FFF2-40B4-BE49-F238E27FC236}">
                <a16:creationId xmlns:a16="http://schemas.microsoft.com/office/drawing/2014/main" id="{1BB072F3-6340-4C7A-EC00-A4F0959146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1684420" y="540030"/>
            <a:ext cx="8791344" cy="56512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76" y="-520271"/>
            <a:ext cx="1192910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Информационная безопасность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48F67320-F700-CBF8-112F-057FFE048043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CDAB609-9E97-C99F-F901-585F6496C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793677"/>
              </p:ext>
            </p:extLst>
          </p:nvPr>
        </p:nvGraphicFramePr>
        <p:xfrm>
          <a:off x="914399" y="1514638"/>
          <a:ext cx="10490476" cy="4955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22619">
                  <a:extLst>
                    <a:ext uri="{9D8B030D-6E8A-4147-A177-3AD203B41FA5}">
                      <a16:colId xmlns:a16="http://schemas.microsoft.com/office/drawing/2014/main" val="1999769909"/>
                    </a:ext>
                  </a:extLst>
                </a:gridCol>
                <a:gridCol w="2622619">
                  <a:extLst>
                    <a:ext uri="{9D8B030D-6E8A-4147-A177-3AD203B41FA5}">
                      <a16:colId xmlns:a16="http://schemas.microsoft.com/office/drawing/2014/main" val="3134619895"/>
                    </a:ext>
                  </a:extLst>
                </a:gridCol>
                <a:gridCol w="2622619">
                  <a:extLst>
                    <a:ext uri="{9D8B030D-6E8A-4147-A177-3AD203B41FA5}">
                      <a16:colId xmlns:a16="http://schemas.microsoft.com/office/drawing/2014/main" val="2417298680"/>
                    </a:ext>
                  </a:extLst>
                </a:gridCol>
                <a:gridCol w="2622619">
                  <a:extLst>
                    <a:ext uri="{9D8B030D-6E8A-4147-A177-3AD203B41FA5}">
                      <a16:colId xmlns:a16="http://schemas.microsoft.com/office/drawing/2014/main" val="1565344766"/>
                    </a:ext>
                  </a:extLst>
                </a:gridCol>
              </a:tblGrid>
              <a:tr h="753156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Компонент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Функция ИБ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Реализация (Файл)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Стандарт/Технология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22196990"/>
                  </a:ext>
                </a:extLst>
              </a:tr>
              <a:tr h="753156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Пароли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Необратимое хеширование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crypto/hashing.py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ГОСТ Р 34.11-2012 (Стрибог-512)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89505057"/>
                  </a:ext>
                </a:extLst>
              </a:tr>
              <a:tr h="753156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Соль (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Salt)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Защита от словарных атак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crypto/hashing.py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</a:rPr>
                        <a:t>os.urandom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(16)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66748789"/>
                  </a:ext>
                </a:extLst>
              </a:tr>
              <a:tr h="753156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</a:rPr>
                        <a:t>ФИО</a:t>
                      </a:r>
                      <a:endParaRPr lang="ru-RU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Шифрование данных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crypto/encrypt.py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AES-256 (Fernet)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41486821"/>
                  </a:ext>
                </a:extLst>
              </a:tr>
              <a:tr h="753156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</a:rPr>
                        <a:t>Вход</a:t>
                      </a:r>
                      <a:endParaRPr lang="ru-RU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Валидация сложности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auth/regist.py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Regex, Min 8 chars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76369987"/>
                  </a:ext>
                </a:extLst>
              </a:tr>
              <a:tr h="753156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</a:rPr>
                        <a:t>Ошибка входа</a:t>
                      </a:r>
                      <a:endParaRPr lang="ru-RU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Скрытие наличия аккаунта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database/db_users.py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Generic Error Message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4621286"/>
                  </a:ext>
                </a:extLst>
              </a:tr>
              <a:tr h="436352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bg1"/>
                          </a:solidFill>
                          <a:effectLst/>
                        </a:rPr>
                        <a:t>ПДн</a:t>
                      </a:r>
                      <a:endParaRPr lang="ru-RU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solidFill>
                            <a:schemeClr val="bg1"/>
                          </a:solidFill>
                          <a:effectLst/>
                        </a:rPr>
                        <a:t>Согласие 152-ФЗ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gui/... + database/...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Checkbox + DB Flag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44031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21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F4DE20C8-1EA9-4334-B6FD-FA47BCD17F86}"/>
              </a:ext>
            </a:extLst>
          </p:cNvPr>
          <p:cNvGrpSpPr/>
          <p:nvPr/>
        </p:nvGrpSpPr>
        <p:grpSpPr>
          <a:xfrm>
            <a:off x="1516323" y="684441"/>
            <a:ext cx="8791344" cy="5675678"/>
            <a:chOff x="890549" y="2902060"/>
            <a:chExt cx="4557970" cy="2546292"/>
          </a:xfrm>
        </p:grpSpPr>
        <p:pic>
          <p:nvPicPr>
            <p:cNvPr id="27" name="Рисунок 26" descr="пролджэ">
              <a:extLst>
                <a:ext uri="{FF2B5EF4-FFF2-40B4-BE49-F238E27FC236}">
                  <a16:creationId xmlns:a16="http://schemas.microsoft.com/office/drawing/2014/main" id="{5403A3C9-EA08-A53E-6B5E-0911C59A3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28" name="Рисунок 27" descr="пролджэ">
              <a:extLst>
                <a:ext uri="{FF2B5EF4-FFF2-40B4-BE49-F238E27FC236}">
                  <a16:creationId xmlns:a16="http://schemas.microsoft.com/office/drawing/2014/main" id="{9F560A06-9A55-13D2-1F59-85771D5436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CA164E1-6671-1CB9-F1C7-DD26CA677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757144"/>
              </p:ext>
            </p:extLst>
          </p:nvPr>
        </p:nvGraphicFramePr>
        <p:xfrm>
          <a:off x="954759" y="1688603"/>
          <a:ext cx="10308186" cy="485420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4093">
                  <a:extLst>
                    <a:ext uri="{9D8B030D-6E8A-4147-A177-3AD203B41FA5}">
                      <a16:colId xmlns:a16="http://schemas.microsoft.com/office/drawing/2014/main" val="1160804834"/>
                    </a:ext>
                  </a:extLst>
                </a:gridCol>
                <a:gridCol w="5154093">
                  <a:extLst>
                    <a:ext uri="{9D8B030D-6E8A-4147-A177-3AD203B41FA5}">
                      <a16:colId xmlns:a16="http://schemas.microsoft.com/office/drawing/2014/main" val="2837628767"/>
                    </a:ext>
                  </a:extLst>
                </a:gridCol>
              </a:tblGrid>
              <a:tr h="622240">
                <a:tc>
                  <a:txBody>
                    <a:bodyPr/>
                    <a:lstStyle/>
                    <a:p>
                      <a:pPr algn="ctr"/>
                      <a:r>
                        <a:rPr lang="ru-RU" sz="2300" u="none" dirty="0"/>
                        <a:t>Даты</a:t>
                      </a:r>
                      <a:endParaRPr lang="ru-RU" sz="2300" b="1" i="0" u="none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300" u="none" dirty="0"/>
                        <a:t>ДЕЙСТВИЯ</a:t>
                      </a:r>
                      <a:endParaRPr lang="ru-RU" sz="2300" b="1" u="none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11582591"/>
                  </a:ext>
                </a:extLst>
              </a:tr>
              <a:tr h="621710">
                <a:tc>
                  <a:txBody>
                    <a:bodyPr/>
                    <a:lstStyle/>
                    <a:p>
                      <a:pPr algn="ctr"/>
                      <a:r>
                        <a:rPr lang="ru-RU" sz="2300" b="0" dirty="0">
                          <a:solidFill>
                            <a:schemeClr val="bg1"/>
                          </a:solidFill>
                        </a:rPr>
                        <a:t>16.02.2026</a:t>
                      </a: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Окончательный выбор проекта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78723410"/>
                  </a:ext>
                </a:extLst>
              </a:tr>
              <a:tr h="782787">
                <a:tc>
                  <a:txBody>
                    <a:bodyPr/>
                    <a:lstStyle/>
                    <a:p>
                      <a:pPr algn="ctr"/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16.02.2026 – 21.02.2026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Выставление задач, первая презентация и описание проекта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217334530"/>
                  </a:ext>
                </a:extLst>
              </a:tr>
              <a:tr h="782787">
                <a:tc>
                  <a:txBody>
                    <a:bodyPr/>
                    <a:lstStyle/>
                    <a:p>
                      <a:pPr algn="ctr"/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22.02.2026 – 26.02.2026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ru-RU" sz="2300" b="0" dirty="0">
                          <a:solidFill>
                            <a:schemeClr val="bg1"/>
                          </a:solidFill>
                        </a:rPr>
                        <a:t>Улучшение описания, начло создания кода</a:t>
                      </a: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6173660"/>
                  </a:ext>
                </a:extLst>
              </a:tr>
              <a:tr h="898025">
                <a:tc>
                  <a:txBody>
                    <a:bodyPr/>
                    <a:lstStyle/>
                    <a:p>
                      <a:pPr algn="ctr"/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26.02.2026 – 14.03.2026 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Создание примерного кода, корректировка описания проекта </a:t>
                      </a: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41422217"/>
                  </a:ext>
                </a:extLst>
              </a:tr>
              <a:tr h="1130692">
                <a:tc>
                  <a:txBody>
                    <a:bodyPr/>
                    <a:lstStyle/>
                    <a:p>
                      <a:pPr algn="ctr"/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14.03.2026 – 01.04.2026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ru-RU" sz="2300" dirty="0">
                          <a:solidFill>
                            <a:schemeClr val="bg1"/>
                          </a:solidFill>
                        </a:rPr>
                        <a:t>Улучшение кода  до стадии готовности к презентации и корректировка описания</a:t>
                      </a:r>
                      <a:endParaRPr lang="ru-RU" sz="2300" b="1" dirty="0">
                        <a:solidFill>
                          <a:schemeClr val="bg1"/>
                        </a:solidFill>
                      </a:endParaRPr>
                    </a:p>
                  </a:txBody>
                  <a:tcPr marL="86194" marR="86194" marT="43098" marB="43098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5792039"/>
                  </a:ext>
                </a:extLst>
              </a:tr>
            </a:tbl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59B9593-78F6-A954-04FD-92F2050A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459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Дорожная карта разработки «</a:t>
            </a:r>
            <a:r>
              <a:rPr lang="en-US" sz="3600" b="1" dirty="0">
                <a:solidFill>
                  <a:schemeClr val="bg1"/>
                </a:solidFill>
              </a:rPr>
              <a:t>SSOR</a:t>
            </a:r>
            <a:r>
              <a:rPr lang="ru-RU" sz="3600" b="1" dirty="0">
                <a:solidFill>
                  <a:schemeClr val="bg1"/>
                </a:solidFill>
              </a:rPr>
              <a:t>»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ru-RU" sz="3600" b="1" dirty="0">
                <a:solidFill>
                  <a:schemeClr val="bg1"/>
                </a:solidFill>
              </a:rPr>
              <a:t>                    </a:t>
            </a:r>
            <a:r>
              <a:rPr lang="en-US" sz="3600" b="1" dirty="0">
                <a:solidFill>
                  <a:schemeClr val="bg1"/>
                </a:solidFill>
              </a:rPr>
              <a:t>                        </a:t>
            </a:r>
            <a:r>
              <a:rPr lang="ru-RU" sz="3600" b="1" dirty="0">
                <a:solidFill>
                  <a:schemeClr val="bg1"/>
                </a:solidFill>
              </a:rPr>
              <a:t>(до сегодняшнего дня)</a:t>
            </a:r>
          </a:p>
        </p:txBody>
      </p:sp>
    </p:spTree>
    <p:extLst>
      <p:ext uri="{BB962C8B-B14F-4D97-AF65-F5344CB8AC3E}">
        <p14:creationId xmlns:p14="http://schemas.microsoft.com/office/powerpoint/2010/main" val="419983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7EA77-4611-9CD6-3DB1-56EBF1E9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50C3A5-E9A8-5A0F-F654-A5BC1FC7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B88F9-0D54-011A-C193-503D89175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D5FA0-C4B8-9649-6138-A0512ED7D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CB26A8D-6CF5-6203-E0FE-4A2BE023D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41DA2949-F363-9407-3CC6-8022D5AC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40F24238-76C9-3187-7227-4A28991D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63DA1E-2DFA-8B98-593F-00FE91EBF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0EF1E0D-2FF4-9118-AC62-D0F17C6B16D4}"/>
              </a:ext>
            </a:extLst>
          </p:cNvPr>
          <p:cNvGrpSpPr/>
          <p:nvPr/>
        </p:nvGrpSpPr>
        <p:grpSpPr>
          <a:xfrm>
            <a:off x="1600553" y="543025"/>
            <a:ext cx="8791344" cy="5675678"/>
            <a:chOff x="890549" y="2902060"/>
            <a:chExt cx="4557970" cy="2546292"/>
          </a:xfrm>
        </p:grpSpPr>
        <p:pic>
          <p:nvPicPr>
            <p:cNvPr id="17" name="Рисунок 16" descr="пролджэ">
              <a:extLst>
                <a:ext uri="{FF2B5EF4-FFF2-40B4-BE49-F238E27FC236}">
                  <a16:creationId xmlns:a16="http://schemas.microsoft.com/office/drawing/2014/main" id="{3FE21006-3EF2-0A91-0CC3-2FE34EAE6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18" name="Рисунок 17" descr="пролджэ">
              <a:extLst>
                <a:ext uri="{FF2B5EF4-FFF2-40B4-BE49-F238E27FC236}">
                  <a16:creationId xmlns:a16="http://schemas.microsoft.com/office/drawing/2014/main" id="{32779569-0117-311F-BD81-3D77945C8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C282486-B7A7-285A-7730-9EE90C8F9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375D-5DCA-F59E-CA1D-0E25D516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708" y="-725846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OPEX/CAPEX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EA5F789F-AE34-22B8-41EC-FC8C1D077327}"/>
                  </a:ext>
                </a:extLst>
              </p14:cNvPr>
              <p14:cNvContentPartPr/>
              <p14:nvPr/>
            </p14:nvContentPartPr>
            <p14:xfrm>
              <a:off x="4709323" y="835285"/>
              <a:ext cx="360" cy="36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EA5F789F-AE34-22B8-41EC-FC8C1D0773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3203" y="829165"/>
                <a:ext cx="126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6017483-FC8B-D75D-C9FA-8EFDCB090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87192"/>
              </p:ext>
            </p:extLst>
          </p:nvPr>
        </p:nvGraphicFramePr>
        <p:xfrm>
          <a:off x="1034708" y="871358"/>
          <a:ext cx="10201404" cy="588033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50351">
                  <a:extLst>
                    <a:ext uri="{9D8B030D-6E8A-4147-A177-3AD203B41FA5}">
                      <a16:colId xmlns:a16="http://schemas.microsoft.com/office/drawing/2014/main" val="3162819353"/>
                    </a:ext>
                  </a:extLst>
                </a:gridCol>
                <a:gridCol w="2550351">
                  <a:extLst>
                    <a:ext uri="{9D8B030D-6E8A-4147-A177-3AD203B41FA5}">
                      <a16:colId xmlns:a16="http://schemas.microsoft.com/office/drawing/2014/main" val="51478172"/>
                    </a:ext>
                  </a:extLst>
                </a:gridCol>
                <a:gridCol w="2550351">
                  <a:extLst>
                    <a:ext uri="{9D8B030D-6E8A-4147-A177-3AD203B41FA5}">
                      <a16:colId xmlns:a16="http://schemas.microsoft.com/office/drawing/2014/main" val="4252083042"/>
                    </a:ext>
                  </a:extLst>
                </a:gridCol>
                <a:gridCol w="2550351">
                  <a:extLst>
                    <a:ext uri="{9D8B030D-6E8A-4147-A177-3AD203B41FA5}">
                      <a16:colId xmlns:a16="http://schemas.microsoft.com/office/drawing/2014/main" val="3736895061"/>
                    </a:ext>
                  </a:extLst>
                </a:gridCol>
              </a:tblGrid>
              <a:tr h="33297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Категория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rgbClr val="FFFFFF"/>
                          </a:solidFill>
                        </a:rPr>
                        <a:t>OPEX </a:t>
                      </a:r>
                      <a:r>
                        <a:rPr lang="en-US" sz="1400" b="0" kern="1200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ru-RU" sz="1400" b="0" kern="1200" dirty="0">
                          <a:solidFill>
                            <a:srgbClr val="FFFFFF"/>
                          </a:solidFill>
                        </a:rPr>
                        <a:t>ежемесячно</a:t>
                      </a:r>
                      <a:r>
                        <a:rPr lang="en-US" sz="1400" b="0" kern="1200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ru-RU" sz="1400" b="0" dirty="0"/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rgbClr val="FFFFFF"/>
                          </a:solidFill>
                        </a:rPr>
                        <a:t>CAPEX</a:t>
                      </a:r>
                      <a:r>
                        <a:rPr lang="ru-RU" sz="1400" b="1" kern="120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ru-RU" sz="1400" b="0" kern="1200" dirty="0">
                          <a:solidFill>
                            <a:srgbClr val="FFFFFF"/>
                          </a:solidFill>
                        </a:rPr>
                        <a:t>(разово)</a:t>
                      </a:r>
                      <a:endParaRPr lang="ru-RU" sz="1400" b="0" dirty="0"/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Источники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73555990"/>
                  </a:ext>
                </a:extLst>
              </a:tr>
              <a:tr h="471711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Сервера и хостинг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300 – 500 </a:t>
                      </a:r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br>
                        <a:rPr lang="ru-RU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(настройка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~1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ч)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Selectel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RuCenter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Timeweb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68194943"/>
                  </a:ext>
                </a:extLst>
              </a:tr>
              <a:tr h="163711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SSL-</a:t>
                      </a:r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сертификат</a:t>
                      </a:r>
                    </a:p>
                    <a:p>
                      <a:r>
                        <a:rPr lang="ru-RU" sz="14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цифровой документ, обеспечивающий безопасное зашифрованное соединение между браузером пользователя и веб-сервером – протокол 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авто продление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Let’s Encrypt, OpenSSL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61740520"/>
                  </a:ext>
                </a:extLst>
              </a:tr>
              <a:tr h="860179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Поддержка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~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10 000 ₽</a:t>
                      </a:r>
                      <a:b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(адаптация парсеров, исправление багов, 8-10 ч/</a:t>
                      </a:r>
                      <a:r>
                        <a:rPr lang="ru-RU" sz="1400" dirty="0" err="1">
                          <a:solidFill>
                            <a:schemeClr val="bg1"/>
                          </a:solidFill>
                          <a:effectLst/>
                        </a:rPr>
                        <a:t>мес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Рынок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IT-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аутсорсинга</a:t>
                      </a:r>
                      <a:b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HH.ru,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</a:rPr>
                        <a:t>Habr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 Freelance)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93445510"/>
                  </a:ext>
                </a:extLst>
              </a:tr>
              <a:tr h="665945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Безопасность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(Open Sour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библиотеки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ГОСТ Р 34.11-2012, ГОСТ Р 34.12-2015, Приказ ФСТЭК №21, ФЗ-152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176493919"/>
                  </a:ext>
                </a:extLst>
              </a:tr>
              <a:tr h="665945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Маркетинг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3000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Таргет + SMM 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база для жизни бизнеса в интернете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1000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 (дизайн баннеров)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 Ads, </a:t>
                      </a:r>
                      <a:r>
                        <a:rPr lang="ru-RU" sz="14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Яндекс.Директ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81830173"/>
                  </a:ext>
                </a:extLst>
              </a:tr>
              <a:tr h="471711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Резерв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00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~12%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от </a:t>
                      </a:r>
                      <a:r>
                        <a:rPr lang="en-US" sz="1400" b="0" kern="1200" dirty="0">
                          <a:solidFill>
                            <a:srgbClr val="FFFFFF"/>
                          </a:solidFill>
                        </a:rPr>
                        <a:t>OPEX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~500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(~33%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от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CAPEX)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Финансовые нормативы бюджета (5–20% от бюджета)</a:t>
                      </a:r>
                      <a:endParaRPr lang="ru-RU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69053154"/>
                  </a:ext>
                </a:extLst>
              </a:tr>
              <a:tr h="277477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</a:rPr>
                        <a:t>Итого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~15500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4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~1500 </a:t>
                      </a:r>
                      <a:r>
                        <a:rPr lang="ru-RU" sz="1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713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596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7EA77-4611-9CD6-3DB1-56EBF1E9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50C3A5-E9A8-5A0F-F654-A5BC1FC7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B88F9-0D54-011A-C193-503D89175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D5FA0-C4B8-9649-6138-A0512ED7D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CB26A8D-6CF5-6203-E0FE-4A2BE023D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41DA2949-F363-9407-3CC6-8022D5AC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40F24238-76C9-3187-7227-4A28991D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0EF1E0D-2FF4-9118-AC62-D0F17C6B16D4}"/>
              </a:ext>
            </a:extLst>
          </p:cNvPr>
          <p:cNvGrpSpPr/>
          <p:nvPr/>
        </p:nvGrpSpPr>
        <p:grpSpPr>
          <a:xfrm>
            <a:off x="1600553" y="543025"/>
            <a:ext cx="8791344" cy="5675678"/>
            <a:chOff x="890549" y="2902060"/>
            <a:chExt cx="4557970" cy="2546292"/>
          </a:xfrm>
        </p:grpSpPr>
        <p:pic>
          <p:nvPicPr>
            <p:cNvPr id="17" name="Рисунок 16" descr="пролджэ">
              <a:extLst>
                <a:ext uri="{FF2B5EF4-FFF2-40B4-BE49-F238E27FC236}">
                  <a16:creationId xmlns:a16="http://schemas.microsoft.com/office/drawing/2014/main" id="{3FE21006-3EF2-0A91-0CC3-2FE34EAE6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18" name="Рисунок 17" descr="пролджэ">
              <a:extLst>
                <a:ext uri="{FF2B5EF4-FFF2-40B4-BE49-F238E27FC236}">
                  <a16:creationId xmlns:a16="http://schemas.microsoft.com/office/drawing/2014/main" id="{32779569-0117-311F-BD81-3D77945C8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1963DA1E-2DFA-8B98-593F-00FE91EBF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282486-B7A7-285A-7730-9EE90C8F9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375D-5DCA-F59E-CA1D-0E25D516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911" y="-363083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Монетизация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0A5ABF2-BF72-454C-EDDD-3AE4CB2D8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914973"/>
              </p:ext>
            </p:extLst>
          </p:nvPr>
        </p:nvGraphicFramePr>
        <p:xfrm>
          <a:off x="1101911" y="1723619"/>
          <a:ext cx="10302963" cy="451948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34321">
                  <a:extLst>
                    <a:ext uri="{9D8B030D-6E8A-4147-A177-3AD203B41FA5}">
                      <a16:colId xmlns:a16="http://schemas.microsoft.com/office/drawing/2014/main" val="3542278682"/>
                    </a:ext>
                  </a:extLst>
                </a:gridCol>
                <a:gridCol w="3434321">
                  <a:extLst>
                    <a:ext uri="{9D8B030D-6E8A-4147-A177-3AD203B41FA5}">
                      <a16:colId xmlns:a16="http://schemas.microsoft.com/office/drawing/2014/main" val="3969995746"/>
                    </a:ext>
                  </a:extLst>
                </a:gridCol>
                <a:gridCol w="3434321">
                  <a:extLst>
                    <a:ext uri="{9D8B030D-6E8A-4147-A177-3AD203B41FA5}">
                      <a16:colId xmlns:a16="http://schemas.microsoft.com/office/drawing/2014/main" val="4272302595"/>
                    </a:ext>
                  </a:extLst>
                </a:gridCol>
              </a:tblGrid>
              <a:tr h="1066119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Тип подписки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Стоимость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Кол-во для выхода в 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77233030"/>
                  </a:ext>
                </a:extLst>
              </a:tr>
              <a:tr h="1066119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Стандарт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~299 </a:t>
                      </a:r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~53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пользователя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212219610"/>
                  </a:ext>
                </a:extLst>
              </a:tr>
              <a:tr h="132112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Premium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~3999 </a:t>
                      </a:r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~4-5 </a:t>
                      </a:r>
                    </a:p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образовательных учреждений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14598964"/>
                  </a:ext>
                </a:extLst>
              </a:tr>
              <a:tr h="1066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Fremium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</a:rPr>
                        <a:t>Партнёрство для наработки базы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174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11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7EA77-4611-9CD6-3DB1-56EBF1E9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50C3A5-E9A8-5A0F-F654-A5BC1FC7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B88F9-0D54-011A-C193-503D89175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D5FA0-C4B8-9649-6138-A0512ED7D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9CB26A8D-6CF5-6203-E0FE-4A2BE023D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41DA2949-F363-9407-3CC6-8022D5AC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40F24238-76C9-3187-7227-4A28991D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63DA1E-2DFA-8B98-593F-00FE91EBF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375D-5DCA-F59E-CA1D-0E25D516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743" y="231112"/>
            <a:ext cx="9593269" cy="15254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Calibri" panose="020F0502020204030204" pitchFamily="34" charset="0"/>
              </a:rPr>
              <a:t>GitHub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0EF1E0D-2FF4-9118-AC62-D0F17C6B16D4}"/>
              </a:ext>
            </a:extLst>
          </p:cNvPr>
          <p:cNvGrpSpPr/>
          <p:nvPr/>
        </p:nvGrpSpPr>
        <p:grpSpPr>
          <a:xfrm>
            <a:off x="1600553" y="543025"/>
            <a:ext cx="8791344" cy="5675678"/>
            <a:chOff x="890549" y="2902060"/>
            <a:chExt cx="4557970" cy="2546292"/>
          </a:xfrm>
        </p:grpSpPr>
        <p:pic>
          <p:nvPicPr>
            <p:cNvPr id="17" name="Рисунок 16" descr="пролджэ">
              <a:extLst>
                <a:ext uri="{FF2B5EF4-FFF2-40B4-BE49-F238E27FC236}">
                  <a16:creationId xmlns:a16="http://schemas.microsoft.com/office/drawing/2014/main" id="{3FE21006-3EF2-0A91-0CC3-2FE34EAE6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18" name="Рисунок 17" descr="пролджэ">
              <a:extLst>
                <a:ext uri="{FF2B5EF4-FFF2-40B4-BE49-F238E27FC236}">
                  <a16:creationId xmlns:a16="http://schemas.microsoft.com/office/drawing/2014/main" id="{32779569-0117-311F-BD81-3D77945C8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C282486-B7A7-285A-7730-9EE90C8F9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0F1C837-E269-E03A-1EB2-FEC430D01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260" y="1470356"/>
            <a:ext cx="3933497" cy="393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66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0BC86-AAB2-5DAE-5209-F1EBE110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0EF1E0D-2FF4-9118-AC62-D0F17C6B16D4}"/>
              </a:ext>
            </a:extLst>
          </p:cNvPr>
          <p:cNvGrpSpPr/>
          <p:nvPr/>
        </p:nvGrpSpPr>
        <p:grpSpPr>
          <a:xfrm>
            <a:off x="1600553" y="543025"/>
            <a:ext cx="8791344" cy="5675678"/>
            <a:chOff x="890549" y="2902060"/>
            <a:chExt cx="4557970" cy="2546292"/>
          </a:xfrm>
        </p:grpSpPr>
        <p:pic>
          <p:nvPicPr>
            <p:cNvPr id="7" name="Рисунок 6" descr="пролджэ">
              <a:extLst>
                <a:ext uri="{FF2B5EF4-FFF2-40B4-BE49-F238E27FC236}">
                  <a16:creationId xmlns:a16="http://schemas.microsoft.com/office/drawing/2014/main" id="{3FE21006-3EF2-0A91-0CC3-2FE34EAE6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16678" b="22847"/>
            <a:stretch/>
          </p:blipFill>
          <p:spPr>
            <a:xfrm>
              <a:off x="890549" y="2913006"/>
              <a:ext cx="4557970" cy="2535346"/>
            </a:xfrm>
            <a:prstGeom prst="rect">
              <a:avLst/>
            </a:prstGeom>
          </p:spPr>
        </p:pic>
        <p:pic>
          <p:nvPicPr>
            <p:cNvPr id="8" name="Рисунок 7" descr="пролджэ">
              <a:extLst>
                <a:ext uri="{FF2B5EF4-FFF2-40B4-BE49-F238E27FC236}">
                  <a16:creationId xmlns:a16="http://schemas.microsoft.com/office/drawing/2014/main" id="{32779569-0117-311F-BD81-3D77945C8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6" t="19859" r="71301" b="22847"/>
            <a:stretch/>
          </p:blipFill>
          <p:spPr>
            <a:xfrm>
              <a:off x="1819933" y="2902060"/>
              <a:ext cx="932101" cy="25353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6425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7656</TotalTime>
  <Words>852</Words>
  <Application>Microsoft Office PowerPoint</Application>
  <PresentationFormat>Широкоэкранный</PresentationFormat>
  <Paragraphs>203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Mona Sans VF</vt:lpstr>
      <vt:lpstr>Тема Office</vt:lpstr>
      <vt:lpstr>  Searching and storing Olympiad results</vt:lpstr>
      <vt:lpstr>Анализ проблемы</vt:lpstr>
      <vt:lpstr>Решение</vt:lpstr>
      <vt:lpstr>Преимущества «SSOR»</vt:lpstr>
      <vt:lpstr>Нагрузка и частота использования «SSOR»</vt:lpstr>
      <vt:lpstr>Аналоги/Анализ продукции</vt:lpstr>
      <vt:lpstr>Реализация и целевая аудитория «SSOR»</vt:lpstr>
      <vt:lpstr>Дорожная карта развития «SSOR» </vt:lpstr>
      <vt:lpstr>Информационная безопасность</vt:lpstr>
      <vt:lpstr>Дорожная карта разработки «SSOR»                                             (до сегодняшнего дня)</vt:lpstr>
      <vt:lpstr>OPEX/CAPEX</vt:lpstr>
      <vt:lpstr>Монетизация</vt:lpstr>
      <vt:lpstr>GitHub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SSOR  (Searching and storing Olympiad results)</dc:title>
  <dc:creator>Unicum_Student</dc:creator>
  <cp:lastModifiedBy>Александр Пестерев</cp:lastModifiedBy>
  <cp:revision>24</cp:revision>
  <dcterms:created xsi:type="dcterms:W3CDTF">2026-03-21T05:47:01Z</dcterms:created>
  <dcterms:modified xsi:type="dcterms:W3CDTF">2026-05-02T02:59:13Z</dcterms:modified>
</cp:coreProperties>
</file>