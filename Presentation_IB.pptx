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525CDB-FD5D-4D35-B325-3A08D6B37291}" type="doc">
      <dgm:prSet loTypeId="urn:microsoft.com/office/officeart/2005/8/layout/chevron2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07DF905-2EF3-4639-9FC1-07809A499BDA}">
      <dgm:prSet phldrT="[Текст]"/>
      <dgm:spPr/>
      <dgm:t>
        <a:bodyPr/>
        <a:lstStyle/>
        <a:p>
          <a:r>
            <a:rPr lang="ru-RU" dirty="0" smtClean="0"/>
            <a:t>1</a:t>
          </a:r>
          <a:r>
            <a:rPr lang="en-US" dirty="0" smtClean="0"/>
            <a:t>-</a:t>
          </a:r>
          <a:r>
            <a:rPr lang="ru-RU" dirty="0" err="1" smtClean="0"/>
            <a:t>ый</a:t>
          </a:r>
          <a:r>
            <a:rPr lang="ru-RU" dirty="0" smtClean="0"/>
            <a:t> модуль </a:t>
          </a:r>
          <a:endParaRPr lang="ru-RU" dirty="0"/>
        </a:p>
      </dgm:t>
    </dgm:pt>
    <dgm:pt modelId="{EF331993-9285-446C-9C69-4218186C6039}" type="parTrans" cxnId="{6AD5CD16-3E0B-494C-BB15-70C0561BD173}">
      <dgm:prSet/>
      <dgm:spPr/>
      <dgm:t>
        <a:bodyPr/>
        <a:lstStyle/>
        <a:p>
          <a:endParaRPr lang="ru-RU"/>
        </a:p>
      </dgm:t>
    </dgm:pt>
    <dgm:pt modelId="{F60A5602-F292-4C12-B8ED-7A921F5E922F}" type="sibTrans" cxnId="{6AD5CD16-3E0B-494C-BB15-70C0561BD173}">
      <dgm:prSet/>
      <dgm:spPr/>
      <dgm:t>
        <a:bodyPr/>
        <a:lstStyle/>
        <a:p>
          <a:endParaRPr lang="ru-RU"/>
        </a:p>
      </dgm:t>
    </dgm:pt>
    <dgm:pt modelId="{38D8A01D-872B-40E8-A40A-87FFBDA69224}">
      <dgm:prSet phldrT="[Текст]"/>
      <dgm:spPr/>
      <dgm:t>
        <a:bodyPr/>
        <a:lstStyle/>
        <a:p>
          <a:r>
            <a:rPr lang="ru-RU" dirty="0" smtClean="0"/>
            <a:t>1.Первый модуль - </a:t>
          </a:r>
          <a:r>
            <a:rPr lang="ru-RU" dirty="0" err="1" smtClean="0"/>
            <a:t>парсеры</a:t>
          </a:r>
          <a:r>
            <a:rPr lang="ru-RU" dirty="0" smtClean="0"/>
            <a:t> и первая версия интерфейса (в терминале </a:t>
          </a:r>
          <a:r>
            <a:rPr lang="ru-RU" dirty="0" err="1" smtClean="0"/>
            <a:t>PyCharm</a:t>
          </a:r>
          <a:r>
            <a:rPr lang="ru-RU" dirty="0" smtClean="0"/>
            <a:t>) (для ИБ функции добавлена раньше времени авторизация) </a:t>
          </a:r>
          <a:endParaRPr lang="ru-RU" dirty="0"/>
        </a:p>
      </dgm:t>
    </dgm:pt>
    <dgm:pt modelId="{E8F2BE66-FB8F-4F1B-BC77-39DB7A419909}" type="parTrans" cxnId="{5F175B8B-8756-4E37-A1B7-EBBCCB667D7B}">
      <dgm:prSet/>
      <dgm:spPr/>
      <dgm:t>
        <a:bodyPr/>
        <a:lstStyle/>
        <a:p>
          <a:endParaRPr lang="ru-RU"/>
        </a:p>
      </dgm:t>
    </dgm:pt>
    <dgm:pt modelId="{956FE6AB-285E-4511-BFC6-89F8F913A292}" type="sibTrans" cxnId="{5F175B8B-8756-4E37-A1B7-EBBCCB667D7B}">
      <dgm:prSet/>
      <dgm:spPr/>
      <dgm:t>
        <a:bodyPr/>
        <a:lstStyle/>
        <a:p>
          <a:endParaRPr lang="ru-RU"/>
        </a:p>
      </dgm:t>
    </dgm:pt>
    <dgm:pt modelId="{99ABB665-69F4-4993-B78C-B8426E47CAB7}">
      <dgm:prSet phldrT="[Текст]"/>
      <dgm:spPr/>
      <dgm:t>
        <a:bodyPr/>
        <a:lstStyle/>
        <a:p>
          <a:r>
            <a:rPr lang="ru-RU" dirty="0" smtClean="0"/>
            <a:t>2</a:t>
          </a:r>
          <a:r>
            <a:rPr lang="en-US" dirty="0" smtClean="0"/>
            <a:t>-</a:t>
          </a:r>
          <a:r>
            <a:rPr lang="ru-RU" dirty="0" smtClean="0"/>
            <a:t>ой модуль </a:t>
          </a:r>
          <a:endParaRPr lang="ru-RU" dirty="0"/>
        </a:p>
      </dgm:t>
    </dgm:pt>
    <dgm:pt modelId="{6D94A441-EB84-4FCF-B4B2-C470B1BD539D}" type="parTrans" cxnId="{4E7EB5C6-C0F4-4852-AE27-3CD0179D052C}">
      <dgm:prSet/>
      <dgm:spPr/>
      <dgm:t>
        <a:bodyPr/>
        <a:lstStyle/>
        <a:p>
          <a:endParaRPr lang="ru-RU"/>
        </a:p>
      </dgm:t>
    </dgm:pt>
    <dgm:pt modelId="{4C11B501-0682-4EB1-9D50-0887F5CAE722}" type="sibTrans" cxnId="{4E7EB5C6-C0F4-4852-AE27-3CD0179D052C}">
      <dgm:prSet/>
      <dgm:spPr/>
      <dgm:t>
        <a:bodyPr/>
        <a:lstStyle/>
        <a:p>
          <a:endParaRPr lang="ru-RU"/>
        </a:p>
      </dgm:t>
    </dgm:pt>
    <dgm:pt modelId="{0D125993-DAB0-4102-8A24-552D3158DA09}">
      <dgm:prSet phldrT="[Текст]"/>
      <dgm:spPr/>
      <dgm:t>
        <a:bodyPr/>
        <a:lstStyle/>
        <a:p>
          <a:r>
            <a:rPr lang="ru-RU" dirty="0" smtClean="0"/>
            <a:t>2.Второй модуль - Авторизация с сохранением данных пользователя и его результатов в CSV таблице, улучшение интерфейса, добавление графики</a:t>
          </a:r>
          <a:endParaRPr lang="ru-RU" dirty="0"/>
        </a:p>
      </dgm:t>
    </dgm:pt>
    <dgm:pt modelId="{EA0A9FF1-F87F-426E-B73B-B4275D13B70B}" type="parTrans" cxnId="{11E7D041-FB9C-4CF8-BA0E-21B6DC980F55}">
      <dgm:prSet/>
      <dgm:spPr/>
      <dgm:t>
        <a:bodyPr/>
        <a:lstStyle/>
        <a:p>
          <a:endParaRPr lang="ru-RU"/>
        </a:p>
      </dgm:t>
    </dgm:pt>
    <dgm:pt modelId="{168871BC-CBA2-49CE-9C4C-41797EAC0A89}" type="sibTrans" cxnId="{11E7D041-FB9C-4CF8-BA0E-21B6DC980F55}">
      <dgm:prSet/>
      <dgm:spPr/>
      <dgm:t>
        <a:bodyPr/>
        <a:lstStyle/>
        <a:p>
          <a:endParaRPr lang="ru-RU"/>
        </a:p>
      </dgm:t>
    </dgm:pt>
    <dgm:pt modelId="{F6FD4119-2F74-4BCD-91AA-14F90A20D394}">
      <dgm:prSet phldrT="[Текст]"/>
      <dgm:spPr/>
      <dgm:t>
        <a:bodyPr/>
        <a:lstStyle/>
        <a:p>
          <a:r>
            <a:rPr lang="ru-RU" dirty="0" smtClean="0"/>
            <a:t>3</a:t>
          </a:r>
          <a:r>
            <a:rPr lang="en-US" dirty="0" smtClean="0"/>
            <a:t>-</a:t>
          </a:r>
          <a:r>
            <a:rPr lang="ru-RU" dirty="0" err="1" smtClean="0"/>
            <a:t>ий</a:t>
          </a:r>
          <a:r>
            <a:rPr lang="ru-RU" dirty="0" smtClean="0"/>
            <a:t> модуль </a:t>
          </a:r>
          <a:endParaRPr lang="ru-RU" dirty="0"/>
        </a:p>
      </dgm:t>
    </dgm:pt>
    <dgm:pt modelId="{21EC236B-B159-4BD5-84A8-4387ECDD1092}" type="parTrans" cxnId="{3D19A889-3EAC-4FCC-B4A2-626F3E07D6EB}">
      <dgm:prSet/>
      <dgm:spPr/>
      <dgm:t>
        <a:bodyPr/>
        <a:lstStyle/>
        <a:p>
          <a:endParaRPr lang="ru-RU"/>
        </a:p>
      </dgm:t>
    </dgm:pt>
    <dgm:pt modelId="{0700D109-DFDD-4AC1-B345-E11D6EDE024E}" type="sibTrans" cxnId="{3D19A889-3EAC-4FCC-B4A2-626F3E07D6EB}">
      <dgm:prSet/>
      <dgm:spPr/>
      <dgm:t>
        <a:bodyPr/>
        <a:lstStyle/>
        <a:p>
          <a:endParaRPr lang="ru-RU"/>
        </a:p>
      </dgm:t>
    </dgm:pt>
    <dgm:pt modelId="{4371FD83-105B-4152-8045-47BFABDB9640}">
      <dgm:prSet phldrT="[Текст]"/>
      <dgm:spPr/>
      <dgm:t>
        <a:bodyPr/>
        <a:lstStyle/>
        <a:p>
          <a:r>
            <a:rPr lang="ru-RU" dirty="0" smtClean="0"/>
            <a:t>3. Третий модуль - реализация на сайте и улучшение предыдущих модулей (пока-что туманные представления) Сейчас разрабатывается Первый модуль и он же будет</a:t>
          </a:r>
          <a:endParaRPr lang="ru-RU" dirty="0"/>
        </a:p>
      </dgm:t>
    </dgm:pt>
    <dgm:pt modelId="{7B1A9D12-91D2-4479-8112-579CFABEC3A0}" type="parTrans" cxnId="{AE2A6D40-4797-4603-A925-84DFD2A895C0}">
      <dgm:prSet/>
      <dgm:spPr/>
      <dgm:t>
        <a:bodyPr/>
        <a:lstStyle/>
        <a:p>
          <a:endParaRPr lang="ru-RU"/>
        </a:p>
      </dgm:t>
    </dgm:pt>
    <dgm:pt modelId="{5A39366C-89B0-4FDE-BFA3-D63771562964}" type="sibTrans" cxnId="{AE2A6D40-4797-4603-A925-84DFD2A895C0}">
      <dgm:prSet/>
      <dgm:spPr/>
      <dgm:t>
        <a:bodyPr/>
        <a:lstStyle/>
        <a:p>
          <a:endParaRPr lang="ru-RU"/>
        </a:p>
      </dgm:t>
    </dgm:pt>
    <dgm:pt modelId="{080BFA37-D051-460D-ABEA-ED0FD5C914B8}" type="pres">
      <dgm:prSet presAssocID="{81525CDB-FD5D-4D35-B325-3A08D6B37291}" presName="linearFlow" presStyleCnt="0">
        <dgm:presLayoutVars>
          <dgm:dir/>
          <dgm:animLvl val="lvl"/>
          <dgm:resizeHandles val="exact"/>
        </dgm:presLayoutVars>
      </dgm:prSet>
      <dgm:spPr/>
    </dgm:pt>
    <dgm:pt modelId="{78AFF88E-7BEA-436A-9AC2-4B1CDEB6D6FC}" type="pres">
      <dgm:prSet presAssocID="{E07DF905-2EF3-4639-9FC1-07809A499BDA}" presName="composite" presStyleCnt="0"/>
      <dgm:spPr/>
    </dgm:pt>
    <dgm:pt modelId="{D638EC8C-0DDB-4F88-8E45-F5940C888B11}" type="pres">
      <dgm:prSet presAssocID="{E07DF905-2EF3-4639-9FC1-07809A499BDA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0ED990-1071-43FB-8433-87330BFEAD17}" type="pres">
      <dgm:prSet presAssocID="{E07DF905-2EF3-4639-9FC1-07809A499BDA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84722F-080E-45E2-BBDE-0CF7058EFBC0}" type="pres">
      <dgm:prSet presAssocID="{F60A5602-F292-4C12-B8ED-7A921F5E922F}" presName="sp" presStyleCnt="0"/>
      <dgm:spPr/>
    </dgm:pt>
    <dgm:pt modelId="{E322A91E-27DA-4330-8229-00806FCEF235}" type="pres">
      <dgm:prSet presAssocID="{99ABB665-69F4-4993-B78C-B8426E47CAB7}" presName="composite" presStyleCnt="0"/>
      <dgm:spPr/>
    </dgm:pt>
    <dgm:pt modelId="{3757E892-6826-4071-9DBD-640B3BCAC420}" type="pres">
      <dgm:prSet presAssocID="{99ABB665-69F4-4993-B78C-B8426E47CAB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03475F-5E29-4B35-86AE-B72D51F11776}" type="pres">
      <dgm:prSet presAssocID="{99ABB665-69F4-4993-B78C-B8426E47CAB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0E88F2-F9F7-4402-9465-F183419E7500}" type="pres">
      <dgm:prSet presAssocID="{4C11B501-0682-4EB1-9D50-0887F5CAE722}" presName="sp" presStyleCnt="0"/>
      <dgm:spPr/>
    </dgm:pt>
    <dgm:pt modelId="{6C71E2A3-4537-494A-A331-73C0C0841118}" type="pres">
      <dgm:prSet presAssocID="{F6FD4119-2F74-4BCD-91AA-14F90A20D394}" presName="composite" presStyleCnt="0"/>
      <dgm:spPr/>
    </dgm:pt>
    <dgm:pt modelId="{E095AFD5-C409-41D4-AE8B-7ABA4E9CADDC}" type="pres">
      <dgm:prSet presAssocID="{F6FD4119-2F74-4BCD-91AA-14F90A20D394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26A48C2-30B8-453B-AC11-8F08DFE66B45}" type="pres">
      <dgm:prSet presAssocID="{F6FD4119-2F74-4BCD-91AA-14F90A20D394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D5CD16-3E0B-494C-BB15-70C0561BD173}" srcId="{81525CDB-FD5D-4D35-B325-3A08D6B37291}" destId="{E07DF905-2EF3-4639-9FC1-07809A499BDA}" srcOrd="0" destOrd="0" parTransId="{EF331993-9285-446C-9C69-4218186C6039}" sibTransId="{F60A5602-F292-4C12-B8ED-7A921F5E922F}"/>
    <dgm:cxn modelId="{11E7D041-FB9C-4CF8-BA0E-21B6DC980F55}" srcId="{99ABB665-69F4-4993-B78C-B8426E47CAB7}" destId="{0D125993-DAB0-4102-8A24-552D3158DA09}" srcOrd="0" destOrd="0" parTransId="{EA0A9FF1-F87F-426E-B73B-B4275D13B70B}" sibTransId="{168871BC-CBA2-49CE-9C4C-41797EAC0A89}"/>
    <dgm:cxn modelId="{DB13B2E9-D0D8-417C-8469-97D885406A8A}" type="presOf" srcId="{38D8A01D-872B-40E8-A40A-87FFBDA69224}" destId="{A80ED990-1071-43FB-8433-87330BFEAD17}" srcOrd="0" destOrd="0" presId="urn:microsoft.com/office/officeart/2005/8/layout/chevron2"/>
    <dgm:cxn modelId="{2C699A23-E496-4300-8429-BBAAA5F771F8}" type="presOf" srcId="{99ABB665-69F4-4993-B78C-B8426E47CAB7}" destId="{3757E892-6826-4071-9DBD-640B3BCAC420}" srcOrd="0" destOrd="0" presId="urn:microsoft.com/office/officeart/2005/8/layout/chevron2"/>
    <dgm:cxn modelId="{3D19A889-3EAC-4FCC-B4A2-626F3E07D6EB}" srcId="{81525CDB-FD5D-4D35-B325-3A08D6B37291}" destId="{F6FD4119-2F74-4BCD-91AA-14F90A20D394}" srcOrd="2" destOrd="0" parTransId="{21EC236B-B159-4BD5-84A8-4387ECDD1092}" sibTransId="{0700D109-DFDD-4AC1-B345-E11D6EDE024E}"/>
    <dgm:cxn modelId="{4E7EB5C6-C0F4-4852-AE27-3CD0179D052C}" srcId="{81525CDB-FD5D-4D35-B325-3A08D6B37291}" destId="{99ABB665-69F4-4993-B78C-B8426E47CAB7}" srcOrd="1" destOrd="0" parTransId="{6D94A441-EB84-4FCF-B4B2-C470B1BD539D}" sibTransId="{4C11B501-0682-4EB1-9D50-0887F5CAE722}"/>
    <dgm:cxn modelId="{5F175B8B-8756-4E37-A1B7-EBBCCB667D7B}" srcId="{E07DF905-2EF3-4639-9FC1-07809A499BDA}" destId="{38D8A01D-872B-40E8-A40A-87FFBDA69224}" srcOrd="0" destOrd="0" parTransId="{E8F2BE66-FB8F-4F1B-BC77-39DB7A419909}" sibTransId="{956FE6AB-285E-4511-BFC6-89F8F913A292}"/>
    <dgm:cxn modelId="{F5BDA02E-F1BE-4F68-A430-EB956AF0DDC0}" type="presOf" srcId="{F6FD4119-2F74-4BCD-91AA-14F90A20D394}" destId="{E095AFD5-C409-41D4-AE8B-7ABA4E9CADDC}" srcOrd="0" destOrd="0" presId="urn:microsoft.com/office/officeart/2005/8/layout/chevron2"/>
    <dgm:cxn modelId="{BEC27593-ECB4-4EE1-9030-57EE0D56A0FA}" type="presOf" srcId="{81525CDB-FD5D-4D35-B325-3A08D6B37291}" destId="{080BFA37-D051-460D-ABEA-ED0FD5C914B8}" srcOrd="0" destOrd="0" presId="urn:microsoft.com/office/officeart/2005/8/layout/chevron2"/>
    <dgm:cxn modelId="{3707D8EF-1D57-4A45-A82E-0CEA32B2EB07}" type="presOf" srcId="{4371FD83-105B-4152-8045-47BFABDB9640}" destId="{226A48C2-30B8-453B-AC11-8F08DFE66B45}" srcOrd="0" destOrd="0" presId="urn:microsoft.com/office/officeart/2005/8/layout/chevron2"/>
    <dgm:cxn modelId="{AE2A6D40-4797-4603-A925-84DFD2A895C0}" srcId="{F6FD4119-2F74-4BCD-91AA-14F90A20D394}" destId="{4371FD83-105B-4152-8045-47BFABDB9640}" srcOrd="0" destOrd="0" parTransId="{7B1A9D12-91D2-4479-8112-579CFABEC3A0}" sibTransId="{5A39366C-89B0-4FDE-BFA3-D63771562964}"/>
    <dgm:cxn modelId="{967AE257-710C-4C3C-A95B-4A83A5A066A7}" type="presOf" srcId="{E07DF905-2EF3-4639-9FC1-07809A499BDA}" destId="{D638EC8C-0DDB-4F88-8E45-F5940C888B11}" srcOrd="0" destOrd="0" presId="urn:microsoft.com/office/officeart/2005/8/layout/chevron2"/>
    <dgm:cxn modelId="{6C066F9E-E1A3-4219-ABE4-B8C1C5A1C964}" type="presOf" srcId="{0D125993-DAB0-4102-8A24-552D3158DA09}" destId="{A003475F-5E29-4B35-86AE-B72D51F11776}" srcOrd="0" destOrd="0" presId="urn:microsoft.com/office/officeart/2005/8/layout/chevron2"/>
    <dgm:cxn modelId="{A4188582-B376-440F-93C0-8105299C8DAC}" type="presParOf" srcId="{080BFA37-D051-460D-ABEA-ED0FD5C914B8}" destId="{78AFF88E-7BEA-436A-9AC2-4B1CDEB6D6FC}" srcOrd="0" destOrd="0" presId="urn:microsoft.com/office/officeart/2005/8/layout/chevron2"/>
    <dgm:cxn modelId="{296D100A-16F1-40A0-888E-423AD4050412}" type="presParOf" srcId="{78AFF88E-7BEA-436A-9AC2-4B1CDEB6D6FC}" destId="{D638EC8C-0DDB-4F88-8E45-F5940C888B11}" srcOrd="0" destOrd="0" presId="urn:microsoft.com/office/officeart/2005/8/layout/chevron2"/>
    <dgm:cxn modelId="{A7A2C4A4-F395-4CD6-904D-DE3D34BFC016}" type="presParOf" srcId="{78AFF88E-7BEA-436A-9AC2-4B1CDEB6D6FC}" destId="{A80ED990-1071-43FB-8433-87330BFEAD17}" srcOrd="1" destOrd="0" presId="urn:microsoft.com/office/officeart/2005/8/layout/chevron2"/>
    <dgm:cxn modelId="{A144F713-258F-442A-A3AE-60F847518C06}" type="presParOf" srcId="{080BFA37-D051-460D-ABEA-ED0FD5C914B8}" destId="{B784722F-080E-45E2-BBDE-0CF7058EFBC0}" srcOrd="1" destOrd="0" presId="urn:microsoft.com/office/officeart/2005/8/layout/chevron2"/>
    <dgm:cxn modelId="{1597E813-2225-4498-B95E-A7F660B93FD9}" type="presParOf" srcId="{080BFA37-D051-460D-ABEA-ED0FD5C914B8}" destId="{E322A91E-27DA-4330-8229-00806FCEF235}" srcOrd="2" destOrd="0" presId="urn:microsoft.com/office/officeart/2005/8/layout/chevron2"/>
    <dgm:cxn modelId="{9C324A04-E28A-477F-97A1-1FD364D6E53D}" type="presParOf" srcId="{E322A91E-27DA-4330-8229-00806FCEF235}" destId="{3757E892-6826-4071-9DBD-640B3BCAC420}" srcOrd="0" destOrd="0" presId="urn:microsoft.com/office/officeart/2005/8/layout/chevron2"/>
    <dgm:cxn modelId="{9B5CF7B4-DD14-46E2-A57C-6FC55C04C50E}" type="presParOf" srcId="{E322A91E-27DA-4330-8229-00806FCEF235}" destId="{A003475F-5E29-4B35-86AE-B72D51F11776}" srcOrd="1" destOrd="0" presId="urn:microsoft.com/office/officeart/2005/8/layout/chevron2"/>
    <dgm:cxn modelId="{7BB45B1F-D25F-4799-8D18-916B1F332759}" type="presParOf" srcId="{080BFA37-D051-460D-ABEA-ED0FD5C914B8}" destId="{930E88F2-F9F7-4402-9465-F183419E7500}" srcOrd="3" destOrd="0" presId="urn:microsoft.com/office/officeart/2005/8/layout/chevron2"/>
    <dgm:cxn modelId="{A119C6B4-7B3C-448B-AC69-7C6EF800F7E4}" type="presParOf" srcId="{080BFA37-D051-460D-ABEA-ED0FD5C914B8}" destId="{6C71E2A3-4537-494A-A331-73C0C0841118}" srcOrd="4" destOrd="0" presId="urn:microsoft.com/office/officeart/2005/8/layout/chevron2"/>
    <dgm:cxn modelId="{E669F961-DF65-498F-934E-7A02975D10FA}" type="presParOf" srcId="{6C71E2A3-4537-494A-A331-73C0C0841118}" destId="{E095AFD5-C409-41D4-AE8B-7ABA4E9CADDC}" srcOrd="0" destOrd="0" presId="urn:microsoft.com/office/officeart/2005/8/layout/chevron2"/>
    <dgm:cxn modelId="{AF3C18B6-B6D7-4032-A735-86E94F1415EB}" type="presParOf" srcId="{6C71E2A3-4537-494A-A331-73C0C0841118}" destId="{226A48C2-30B8-453B-AC11-8F08DFE66B4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8EC8C-0DDB-4F88-8E45-F5940C888B11}">
      <dsp:nvSpPr>
        <dsp:cNvPr id="0" name=""/>
        <dsp:cNvSpPr/>
      </dsp:nvSpPr>
      <dsp:spPr>
        <a:xfrm rot="5400000">
          <a:off x="-283893" y="284026"/>
          <a:ext cx="1892622" cy="13248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1</a:t>
          </a:r>
          <a:r>
            <a:rPr lang="en-US" sz="1900" kern="1200" dirty="0" smtClean="0"/>
            <a:t>-</a:t>
          </a:r>
          <a:r>
            <a:rPr lang="ru-RU" sz="1900" kern="1200" dirty="0" err="1" smtClean="0"/>
            <a:t>ый</a:t>
          </a:r>
          <a:r>
            <a:rPr lang="ru-RU" sz="1900" kern="1200" dirty="0" smtClean="0"/>
            <a:t> модуль </a:t>
          </a:r>
          <a:endParaRPr lang="ru-RU" sz="1900" kern="1200" dirty="0"/>
        </a:p>
      </dsp:txBody>
      <dsp:txXfrm rot="-5400000">
        <a:off x="1" y="662551"/>
        <a:ext cx="1324835" cy="567787"/>
      </dsp:txXfrm>
    </dsp:sp>
    <dsp:sp modelId="{A80ED990-1071-43FB-8433-87330BFEAD17}">
      <dsp:nvSpPr>
        <dsp:cNvPr id="0" name=""/>
        <dsp:cNvSpPr/>
      </dsp:nvSpPr>
      <dsp:spPr>
        <a:xfrm rot="5400000">
          <a:off x="4018720" y="-2693751"/>
          <a:ext cx="1230204" cy="66179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900" kern="1200" dirty="0" smtClean="0"/>
            <a:t>1.Первый модуль - </a:t>
          </a:r>
          <a:r>
            <a:rPr lang="ru-RU" sz="1900" kern="1200" dirty="0" err="1" smtClean="0"/>
            <a:t>парсеры</a:t>
          </a:r>
          <a:r>
            <a:rPr lang="ru-RU" sz="1900" kern="1200" dirty="0" smtClean="0"/>
            <a:t> и первая версия интерфейса (в терминале </a:t>
          </a:r>
          <a:r>
            <a:rPr lang="ru-RU" sz="1900" kern="1200" dirty="0" err="1" smtClean="0"/>
            <a:t>PyCharm</a:t>
          </a:r>
          <a:r>
            <a:rPr lang="ru-RU" sz="1900" kern="1200" dirty="0" smtClean="0"/>
            <a:t>) (для ИБ функции добавлена раньше времени авторизация) </a:t>
          </a:r>
          <a:endParaRPr lang="ru-RU" sz="1900" kern="1200" dirty="0"/>
        </a:p>
      </dsp:txBody>
      <dsp:txXfrm rot="-5400000">
        <a:off x="1324835" y="60188"/>
        <a:ext cx="6557920" cy="1110096"/>
      </dsp:txXfrm>
    </dsp:sp>
    <dsp:sp modelId="{3757E892-6826-4071-9DBD-640B3BCAC420}">
      <dsp:nvSpPr>
        <dsp:cNvPr id="0" name=""/>
        <dsp:cNvSpPr/>
      </dsp:nvSpPr>
      <dsp:spPr>
        <a:xfrm rot="5400000">
          <a:off x="-283893" y="1985185"/>
          <a:ext cx="1892622" cy="13248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2</a:t>
          </a:r>
          <a:r>
            <a:rPr lang="en-US" sz="1900" kern="1200" dirty="0" smtClean="0"/>
            <a:t>-</a:t>
          </a:r>
          <a:r>
            <a:rPr lang="ru-RU" sz="1900" kern="1200" dirty="0" smtClean="0"/>
            <a:t>ой модуль </a:t>
          </a:r>
          <a:endParaRPr lang="ru-RU" sz="1900" kern="1200" dirty="0"/>
        </a:p>
      </dsp:txBody>
      <dsp:txXfrm rot="-5400000">
        <a:off x="1" y="2363710"/>
        <a:ext cx="1324835" cy="567787"/>
      </dsp:txXfrm>
    </dsp:sp>
    <dsp:sp modelId="{A003475F-5E29-4B35-86AE-B72D51F11776}">
      <dsp:nvSpPr>
        <dsp:cNvPr id="0" name=""/>
        <dsp:cNvSpPr/>
      </dsp:nvSpPr>
      <dsp:spPr>
        <a:xfrm rot="5400000">
          <a:off x="4018720" y="-992592"/>
          <a:ext cx="1230204" cy="66179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900" kern="1200" dirty="0" smtClean="0"/>
            <a:t>2.Второй модуль - Авторизация с сохранением данных пользователя и его результатов в CSV таблице, улучшение интерфейса, добавление графики</a:t>
          </a:r>
          <a:endParaRPr lang="ru-RU" sz="1900" kern="1200" dirty="0"/>
        </a:p>
      </dsp:txBody>
      <dsp:txXfrm rot="-5400000">
        <a:off x="1324835" y="1761347"/>
        <a:ext cx="6557920" cy="1110096"/>
      </dsp:txXfrm>
    </dsp:sp>
    <dsp:sp modelId="{E095AFD5-C409-41D4-AE8B-7ABA4E9CADDC}">
      <dsp:nvSpPr>
        <dsp:cNvPr id="0" name=""/>
        <dsp:cNvSpPr/>
      </dsp:nvSpPr>
      <dsp:spPr>
        <a:xfrm rot="5400000">
          <a:off x="-283893" y="3686344"/>
          <a:ext cx="1892622" cy="13248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3</a:t>
          </a:r>
          <a:r>
            <a:rPr lang="en-US" sz="1900" kern="1200" dirty="0" smtClean="0"/>
            <a:t>-</a:t>
          </a:r>
          <a:r>
            <a:rPr lang="ru-RU" sz="1900" kern="1200" dirty="0" err="1" smtClean="0"/>
            <a:t>ий</a:t>
          </a:r>
          <a:r>
            <a:rPr lang="ru-RU" sz="1900" kern="1200" dirty="0" smtClean="0"/>
            <a:t> модуль </a:t>
          </a:r>
          <a:endParaRPr lang="ru-RU" sz="1900" kern="1200" dirty="0"/>
        </a:p>
      </dsp:txBody>
      <dsp:txXfrm rot="-5400000">
        <a:off x="1" y="4064869"/>
        <a:ext cx="1324835" cy="567787"/>
      </dsp:txXfrm>
    </dsp:sp>
    <dsp:sp modelId="{226A48C2-30B8-453B-AC11-8F08DFE66B45}">
      <dsp:nvSpPr>
        <dsp:cNvPr id="0" name=""/>
        <dsp:cNvSpPr/>
      </dsp:nvSpPr>
      <dsp:spPr>
        <a:xfrm rot="5400000">
          <a:off x="4018720" y="708566"/>
          <a:ext cx="1230204" cy="66179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900" kern="1200" dirty="0" smtClean="0"/>
            <a:t>3. Третий модуль - реализация на сайте и улучшение предыдущих модулей (пока-что туманные представления) Сейчас разрабатывается Первый модуль и он же будет</a:t>
          </a:r>
          <a:endParaRPr lang="ru-RU" sz="1900" kern="1200" dirty="0"/>
        </a:p>
      </dsp:txBody>
      <dsp:txXfrm rot="-5400000">
        <a:off x="1324835" y="3462505"/>
        <a:ext cx="6557920" cy="1110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72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33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87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62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23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33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34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69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61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03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16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ED453-1367-41E3-9C7D-DE1C158026C6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92F83-6C31-4354-B941-F97BB2A854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46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8C790BE2-4E4F-4AAF-81A2-4A6F4885EB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28B54C3-B57B-472A-B96E-1FCB67093D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DB3C429-F8DA-49B9-AF84-21996FCF78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4C9F2B0-1044-46EB-8AEB-C3BFFDE6C2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F015154-BAC7-4739-C6CF-A662BA46C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5136" y="-102636"/>
            <a:ext cx="9947305" cy="2221994"/>
          </a:xfrm>
        </p:spPr>
        <p:txBody>
          <a:bodyPr>
            <a:noAutofit/>
          </a:bodyPr>
          <a:lstStyle/>
          <a:p>
            <a:r>
              <a:rPr lang="en-US" sz="8800" b="1" i="0" dirty="0" smtClean="0">
                <a:solidFill>
                  <a:srgbClr val="025262"/>
                </a:solidFill>
                <a:effectLst/>
                <a:latin typeface="Mona Sans VF"/>
              </a:rPr>
              <a:t> </a:t>
            </a:r>
            <a:r>
              <a:rPr lang="en-US" sz="5400" b="1" i="0" dirty="0">
                <a:solidFill>
                  <a:srgbClr val="014F51"/>
                </a:solidFill>
                <a:effectLst/>
                <a:latin typeface="Mona Sans VF"/>
              </a:rPr>
              <a:t/>
            </a:r>
            <a:br>
              <a:rPr lang="en-US" sz="5400" b="1" i="0" dirty="0">
                <a:solidFill>
                  <a:srgbClr val="014F51"/>
                </a:solidFill>
                <a:effectLst/>
                <a:latin typeface="Mona Sans VF"/>
              </a:rPr>
            </a:br>
            <a:r>
              <a:rPr lang="en-US" i="0" dirty="0" smtClean="0">
                <a:solidFill>
                  <a:srgbClr val="177F8D"/>
                </a:solidFill>
                <a:effectLst/>
                <a:latin typeface="Mona Sans VF"/>
              </a:rPr>
              <a:t>Searching </a:t>
            </a:r>
            <a:r>
              <a:rPr lang="en-US" i="0" dirty="0">
                <a:solidFill>
                  <a:srgbClr val="177F8D"/>
                </a:solidFill>
                <a:effectLst/>
                <a:latin typeface="Mona Sans VF"/>
              </a:rPr>
              <a:t>and storing Olympiad </a:t>
            </a:r>
            <a:r>
              <a:rPr lang="en-US" i="0" dirty="0" smtClean="0">
                <a:solidFill>
                  <a:srgbClr val="177F8D"/>
                </a:solidFill>
                <a:effectLst/>
                <a:latin typeface="Mona Sans VF"/>
              </a:rPr>
              <a:t>results</a:t>
            </a:r>
            <a:endParaRPr lang="en-US" i="0" dirty="0">
              <a:solidFill>
                <a:srgbClr val="177F8D"/>
              </a:solidFill>
              <a:effectLst/>
              <a:latin typeface="Mona Sans VF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6CF462C9-48EA-E606-FDFF-63DC1593C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719" y="2503352"/>
            <a:ext cx="9144000" cy="49244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Пестерев Александр Владимирович ИИ-72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32B3ACB3-D689-442E-8A40-8680B0FEB8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6" t="19859" r="16678" b="22847"/>
          <a:stretch/>
        </p:blipFill>
        <p:spPr>
          <a:xfrm>
            <a:off x="3817016" y="3631721"/>
            <a:ext cx="4557970" cy="253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3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577D6B2E-37A3-429E-A37C-F30ED64872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CEAD642-85CF-4750-8432-7C80C901F0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A33EEAE-15D5-4119-8C1E-89D943F911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xmlns="" id="{730D8B3B-9B80-4025-B934-26DC7D7CD2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xmlns="" id="{1064D5D5-227B-4F66-9AEA-46F570E793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xmlns="" id="{646B67A4-D328-4747-A82B-65E84FA463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C516CC8-80AC-446C-A56E-9F54B72104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B38950-A88D-151D-C38A-FE9A5DF1E28B}"/>
              </a:ext>
            </a:extLst>
          </p:cNvPr>
          <p:cNvSpPr txBox="1"/>
          <p:nvPr/>
        </p:nvSpPr>
        <p:spPr>
          <a:xfrm>
            <a:off x="270961" y="1882092"/>
            <a:ext cx="1167578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Я совместно с Центром Талантов Кемерово разрабатываю ПЕРВЫЙ МОДУЛЬ большого проекта для поиска олимпиад по фильтру и сохранения учениками своих результатов по их итогам. Суть МОДУЛЯ, который СЕЙЧАС РАЗРАБАТЫВАЕТСЯ - парсеры и первая версия интерфейса (в терминале </a:t>
            </a:r>
            <a:r>
              <a:rPr lang="ru-RU" sz="2000" b="0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PyCharm</a:t>
            </a: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) (для ИБ функции добавлена ,раньше времени, авторизация).</a:t>
            </a:r>
          </a:p>
          <a:p>
            <a:pPr algn="l"/>
            <a:endParaRPr lang="ru-RU" sz="2000" b="0" i="0" dirty="0">
              <a:solidFill>
                <a:schemeClr val="tx2">
                  <a:lumMod val="25000"/>
                  <a:lumOff val="7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algn="l"/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Процесс работы модуля: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Пользователь вводит своё ФИО и дату рождения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Пользователю выводятся фильтры для </a:t>
            </a:r>
            <a:r>
              <a:rPr lang="ru-RU" sz="2000" b="0" i="0" dirty="0" smtClean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олимпиад</a:t>
            </a:r>
            <a:endParaRPr lang="ru-RU" sz="2000" b="0" i="0" dirty="0">
              <a:solidFill>
                <a:schemeClr val="tx2">
                  <a:lumMod val="25000"/>
                  <a:lumOff val="7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Производится парсинг нескольких сайтов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Результаты парсинга сохраняются в БД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Парсер делает гугл запрос: 'олимпиада' {название олимпиады из БД} 'официальный сайт' - и копирует URL первой страницы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Результат сохраняется в БД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  <a:latin typeface="Calibri" panose="020F0502020204030204" pitchFamily="34" charset="0"/>
              </a:rPr>
              <a:t>Пользователю вводится список олимпиад с ссылками. </a:t>
            </a:r>
          </a:p>
          <a:p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B256B79C-C6CA-EEFD-114E-1DF507D3E122}"/>
              </a:ext>
            </a:extLst>
          </p:cNvPr>
          <p:cNvSpPr txBox="1">
            <a:spLocks/>
          </p:cNvSpPr>
          <p:nvPr/>
        </p:nvSpPr>
        <p:spPr>
          <a:xfrm>
            <a:off x="1150273" y="501693"/>
            <a:ext cx="11495409" cy="8787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rgbClr val="FFFFFF"/>
                </a:solidFill>
                <a:cs typeface="Calibri" panose="020F0502020204030204" pitchFamily="34" charset="0"/>
              </a:rPr>
              <a:t>Что</a:t>
            </a:r>
            <a:r>
              <a:rPr lang="en-US" sz="4000" b="1" dirty="0">
                <a:solidFill>
                  <a:srgbClr val="FFFFFF"/>
                </a:solidFill>
                <a:cs typeface="Calibri" panose="020F0502020204030204" pitchFamily="34" charset="0"/>
              </a:rPr>
              <a:t>? </a:t>
            </a:r>
            <a:r>
              <a:rPr lang="en-US" sz="4000" b="1" dirty="0" err="1">
                <a:solidFill>
                  <a:srgbClr val="FFFFFF"/>
                </a:solidFill>
                <a:cs typeface="Calibri" panose="020F0502020204030204" pitchFamily="34" charset="0"/>
              </a:rPr>
              <a:t>Что</a:t>
            </a:r>
            <a:r>
              <a:rPr lang="en-US" sz="4000" b="1" dirty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cs typeface="Calibri" panose="020F0502020204030204" pitchFamily="34" charset="0"/>
              </a:rPr>
              <a:t>вы</a:t>
            </a:r>
            <a:r>
              <a:rPr lang="en-US" sz="4000" b="1" dirty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cs typeface="Calibri" panose="020F0502020204030204" pitchFamily="34" charset="0"/>
              </a:rPr>
              <a:t>собираетесь</a:t>
            </a:r>
            <a:r>
              <a:rPr lang="en-US" sz="4000" b="1" dirty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cs typeface="Calibri" panose="020F0502020204030204" pitchFamily="34" charset="0"/>
              </a:rPr>
              <a:t>делать</a:t>
            </a:r>
            <a:r>
              <a:rPr lang="en-US" sz="4000" b="1" dirty="0">
                <a:solidFill>
                  <a:srgbClr val="FFFFFF"/>
                </a:solidFill>
                <a:cs typeface="Calibri" panose="020F0502020204030204" pitchFamily="34" charset="0"/>
              </a:rPr>
              <a:t>?</a:t>
            </a:r>
            <a:endParaRPr lang="ru-RU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26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484C6485-6528-C611-D80C-8C957835B8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32413BD-A48D-F151-6E2C-B2FA713C79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FC076A8-D0BC-3EC9-46CD-46B50D616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xmlns="" id="{039B70BA-2365-62BD-3DF9-9A16D5B69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xmlns="" id="{D4A7CCA2-67AB-293A-0E26-9F859F57B2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xmlns="" id="{DDA30879-2525-6B0C-E423-A2E2197F53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3213CCFB-E698-FC7B-0C09-333126B8A1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2" y="-54596"/>
            <a:ext cx="1131156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Зачем? \ почему? Зачем этот продукт или изделие будут покупать? Какую пользу оно может дать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41CA2860-6F0B-8243-D00D-03543DF584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554F6B-BE00-1334-D72B-9D851A956477}"/>
              </a:ext>
            </a:extLst>
          </p:cNvPr>
          <p:cNvSpPr txBox="1"/>
          <p:nvPr/>
        </p:nvSpPr>
        <p:spPr>
          <a:xfrm>
            <a:off x="258109" y="2172796"/>
            <a:ext cx="116757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Смысл покупки проекта – это автоматизация процесса поиска олимпиад и хранение своих результатов. В место того, чтобы вручную смотреть сайты с олимпиадами (искать их основные сайты для регистрации и т.д.), одним выбором фильтра будет показан список олимпиад с ссылками на их основные сайты (для дальнейшего просмотра пользователем). Это банально экономит время. А после участия можно будет сохранить свои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25094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1DF182-26B0-D485-C140-77D7CA0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484C6485-6528-C611-D80C-8C957835B85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32413BD-A48D-F151-6E2C-B2FA713C79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FC076A8-D0BC-3EC9-46CD-46B50D616A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xmlns="" id="{039B70BA-2365-62BD-3DF9-9A16D5B69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xmlns="" id="{D4A7CCA2-67AB-293A-0E26-9F859F57B2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xmlns="" id="{DDA30879-2525-6B0C-E423-A2E2197F53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3213CCFB-E698-FC7B-0C09-333126B8A1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202DC7-F199-C8F7-A78C-3943861D5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72" y="-54596"/>
            <a:ext cx="11311560" cy="152541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</a:rPr>
              <a:t>Зачем? \ почему? Зачем этот продукт или изделие будут покупать? Какую пользу оно может дать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41CA2860-6F0B-8243-D00D-03543DF584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554F6B-BE00-1334-D72B-9D851A956477}"/>
              </a:ext>
            </a:extLst>
          </p:cNvPr>
          <p:cNvSpPr txBox="1"/>
          <p:nvPr/>
        </p:nvSpPr>
        <p:spPr>
          <a:xfrm>
            <a:off x="258109" y="2172796"/>
            <a:ext cx="11675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800" dirty="0">
              <a:solidFill>
                <a:schemeClr val="tx2">
                  <a:lumMod val="25000"/>
                  <a:lumOff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422602998"/>
              </p:ext>
            </p:extLst>
          </p:nvPr>
        </p:nvGraphicFramePr>
        <p:xfrm>
          <a:off x="1435793" y="1470822"/>
          <a:ext cx="7942810" cy="5295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98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xmlns="" id="{0E30439A-8A5B-46EC-8283-9B6B031D40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CEAD642-85CF-4750-8432-7C80C901F0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A33EEAE-15D5-4119-8C1E-89D943F911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30D8B3B-9B80-4025-B934-26DC7D7CD2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B5A1B09C-1565-46F8-B70F-621C5EB48A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2D0BC86-AAB2-5DAE-5209-F1EBE110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073" y="2929812"/>
            <a:ext cx="9647852" cy="1042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8C516CC8-80AC-446C-A56E-9F54B72104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53947E58-F088-49F1-A3D1-DEA690192E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4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309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Mona Sans VF</vt:lpstr>
      <vt:lpstr>Тема Office</vt:lpstr>
      <vt:lpstr>  Searching and storing Olympiad results</vt:lpstr>
      <vt:lpstr>Презентация PowerPoint</vt:lpstr>
      <vt:lpstr>Зачем? \ почему? Зачем этот продукт или изделие будут покупать? Какую пользу оно может дать</vt:lpstr>
      <vt:lpstr>Зачем? \ почему? Зачем этот продукт или изделие будут покупать? Какую пользу оно может дать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and storing Olympiad results</dc:title>
  <dc:creator>Student</dc:creator>
  <cp:lastModifiedBy>Student</cp:lastModifiedBy>
  <cp:revision>2</cp:revision>
  <dcterms:created xsi:type="dcterms:W3CDTF">2026-04-18T11:57:22Z</dcterms:created>
  <dcterms:modified xsi:type="dcterms:W3CDTF">2026-04-18T12:03:11Z</dcterms:modified>
</cp:coreProperties>
</file>