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6C78"/>
    <a:srgbClr val="014F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9686B-25BA-2B0B-1468-4182AEC03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61D240-8C45-38C1-50EC-C9B8CCD5A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BCD291-FA85-CD40-EF5B-5B2DAEE1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3AF794-A123-E974-5B03-F554582D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4110C6-FE9A-3F8D-BD68-E8171009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44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CD4A0B-1839-FAB5-81D1-3B4B1478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E150F4-29E9-B524-89E8-D87990F9D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B2C423-786A-F938-4184-6A4EE4F1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6FC807-47FB-C38C-1DA5-066E67D0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2D4B17-8E98-E959-1563-A8A9B308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33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25A26-8CA4-0235-29F9-C2A968102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9CC1DB-C15D-8975-873A-24E357750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38FF4F-CCAB-EF12-B3B4-ACFCA339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3DAE2C-665D-3DA7-1721-EECED7A4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CE45A8-8855-ADDE-E883-080A55FE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02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03A51-0F68-7A6A-AFCE-1D948B24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40817-2998-F7FE-E7A4-7BF2DD8AF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CEE8C1-5F26-B54E-6938-B2C17ADD6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5803E6-C556-96B8-C87C-D242E91D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C8CB17-535C-83B3-CF99-E9A0F980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D8EF46-88CB-40EE-35C2-DC5F9832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59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2B350-3705-FB64-0005-011770E9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D09336-2B7E-9611-4E05-8E794E78C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7DF55B-565B-D7C2-31D2-E95DF3D09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DB8876-3C74-BE6C-4C8C-02AFA9B82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1BF023-DA78-041F-68DF-266D8DD76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569CB4-474A-3F8D-CEEA-23EE71D4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E12BE3-7BD8-4ECC-598F-50EDEFCA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54D6409-BDFB-98FE-FE2F-3B878EC9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473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D0F07-0199-9718-38F1-16DEA028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EECD3B-4F20-3646-B82F-140EF80C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EE94C2-719B-8C51-941A-B994840A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A7FF50-8DB9-E5DA-5303-4ED7DA10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4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F44448D-84D6-9D7F-A99C-5D906BA6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4E068E-93D7-342D-952A-0534AB16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99EC25-DC6C-B542-8386-2A8E690CB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85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93E40-EC6B-93CC-5F96-4D32CEEF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22C7C6-405F-38C6-8D18-9640246CA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057A3D-DFFB-105A-907E-EB000A255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3D17EF-0C06-4383-2C42-BF235FDB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7934ED-9AE3-9A1B-BFB2-4673A0FB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1D7FC6-3535-765D-75ED-FFC4C547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4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D0E2B-1D97-5F1B-0620-42BC97DE9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69A387-432E-3857-1A6B-CF636D57E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141F62-A329-67FE-1BE9-82AAF8266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8224FB-84D4-4836-2434-FA645702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3ACDC5-186A-1590-E43C-B7B96099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D0DC55-EAD6-9139-D12B-33404AF7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3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8AAEB-1A8A-F8D9-EFE9-62B92139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D7B379-AA4A-6153-4D3D-D22C406B1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FD037D-5A29-1D65-F56A-4E7C1A66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33BBC0-5FBD-B283-FE85-031F33AD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2945E4-C638-E034-A6AA-D1F5DF48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28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119F0F-F447-922A-E87D-EEAE0AB36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21E550-8B70-51BD-9E89-E964147C9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8DD57E-370F-76DB-15C6-33338725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73CF6D-91D5-6506-E3D4-80F42826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FADE1-989E-EBD6-6C07-81606713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07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007EB-1531-5748-FD5C-47A8A4BB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BC5490-D20A-5880-911F-E1730EBF1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C37C41-43A1-4E0F-6A4D-24CBFECB7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6E2EC-76AD-43C0-A875-ADCCC9BED29A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6038A2-BEE8-0DF0-D4EB-4E012784D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7C12F2-345D-43F6-EE1D-304C21FB0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04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15154-BAC7-4739-C6CF-A662BA46C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5136" y="-102636"/>
            <a:ext cx="9947305" cy="2221994"/>
          </a:xfrm>
        </p:spPr>
        <p:txBody>
          <a:bodyPr>
            <a:noAutofit/>
          </a:bodyPr>
          <a:lstStyle/>
          <a:p>
            <a:r>
              <a:rPr lang="en-US" b="1" i="0" dirty="0">
                <a:solidFill>
                  <a:srgbClr val="014F51"/>
                </a:solidFill>
                <a:effectLst/>
                <a:latin typeface="Mona Sans VF"/>
              </a:rPr>
              <a:t>SSOR</a:t>
            </a:r>
            <a:r>
              <a:rPr lang="en-US" sz="5400" b="1" i="0" dirty="0">
                <a:solidFill>
                  <a:srgbClr val="014F51"/>
                </a:solidFill>
                <a:effectLst/>
                <a:latin typeface="Mona Sans VF"/>
              </a:rPr>
              <a:t> </a:t>
            </a:r>
            <a:br>
              <a:rPr lang="en-US" sz="5400" b="1" i="0" dirty="0">
                <a:solidFill>
                  <a:srgbClr val="014F51"/>
                </a:solidFill>
                <a:effectLst/>
                <a:latin typeface="Mona Sans VF"/>
              </a:rPr>
            </a:br>
            <a:r>
              <a:rPr lang="en-US" sz="4400" i="0" dirty="0">
                <a:solidFill>
                  <a:srgbClr val="014F51"/>
                </a:solidFill>
                <a:effectLst/>
                <a:latin typeface="Mona Sans VF"/>
              </a:rPr>
              <a:t>(Searching and storing Olympiad results)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F462C9-48EA-E606-FDFF-63DC1593C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14188"/>
            <a:ext cx="9144000" cy="49244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Пестерев Александр Владимирович ИИ-72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FF6573-3123-8FCC-36BD-4D4556AFF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9" b="1"/>
          <a:stretch>
            <a:fillRect/>
          </a:stretch>
        </p:blipFill>
        <p:spPr>
          <a:xfrm>
            <a:off x="2343302" y="3351745"/>
            <a:ext cx="7519558" cy="3506255"/>
          </a:xfrm>
          <a:custGeom>
            <a:avLst/>
            <a:gdLst/>
            <a:ahLst/>
            <a:cxnLst/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7471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6E14EE-2752-96E9-2476-BDBFF8F6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743" y="231112"/>
            <a:ext cx="9593269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Что? Что вы собираетесь делать?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38950-A88D-151D-C38A-FE9A5DF1E28B}"/>
              </a:ext>
            </a:extLst>
          </p:cNvPr>
          <p:cNvSpPr txBox="1"/>
          <p:nvPr/>
        </p:nvSpPr>
        <p:spPr>
          <a:xfrm>
            <a:off x="270961" y="1364430"/>
            <a:ext cx="1167578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Я совместно с Центром Талантов Кемерово разрабатываю ПЕРВЫЙ МОДУЛЬ большого проекта для поиска олимпиад по фильтру и сохранения учениками своих результатов по их итогам. Суть МОДУЛЯ, который СЕЙЧАС РАЗРАБАТЫВАЕТСЯ - парсеры и первая версия интерфейса (в терминале </a:t>
            </a:r>
            <a:r>
              <a:rPr lang="ru-RU" sz="2000" b="0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PyCharm</a:t>
            </a: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) (для ИБ функции добавлена ,раньше времени, авторизация).</a:t>
            </a:r>
          </a:p>
          <a:p>
            <a:pPr algn="l"/>
            <a:endParaRPr lang="ru-RU" sz="2000" b="0" i="0" dirty="0">
              <a:solidFill>
                <a:schemeClr val="tx2">
                  <a:lumMod val="25000"/>
                  <a:lumOff val="75000"/>
                </a:schemeClr>
              </a:solidFill>
              <a:effectLst/>
              <a:latin typeface="Mona Sans VF"/>
            </a:endParaRPr>
          </a:p>
          <a:p>
            <a:pPr algn="l"/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Процесс работы модуля: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Пользователь вводит своё ФИО и дату рождения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Пользователю выводятся фильтры для олимпиад: класс (7), предмет (информатика), формат проведения (онлайн/очно)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Производится парсинг нескольких сайтов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Результаты парсинга сохраняются в БД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Парсер делает гугл запрос: 'олимпиада' {название олимпиады из БД} 'официальный сайт' - и копирует URL первой страницы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Результат сохраняется в БД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Пользователю вводится список олимпиад с ссылками. </a:t>
            </a:r>
          </a:p>
          <a:p>
            <a:pPr algn="l"/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Mona Sans VF"/>
              </a:rPr>
              <a:t>(ИБ функция - это хеширование данных пользователя криптографической хеш-функцией "SHA-256")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2695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72" y="-54596"/>
            <a:ext cx="1131156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rgbClr val="FFFFFF"/>
                </a:solidFill>
              </a:rPr>
              <a:t>Зачем? \ почему? Зачем этот продукт или изделие будут покупать? Какую пользу оно может дать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54F6B-BE00-1334-D72B-9D851A956477}"/>
              </a:ext>
            </a:extLst>
          </p:cNvPr>
          <p:cNvSpPr txBox="1"/>
          <p:nvPr/>
        </p:nvSpPr>
        <p:spPr>
          <a:xfrm>
            <a:off x="258109" y="2172796"/>
            <a:ext cx="1167578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Смысл покупки проекта – это автоматизация процесса поиска олимпиад и хранение своих результатов. В место того, чтобы вручную смотреть сайты с олимпиадами (искать их основные сайты для регистрации и т.д.), одним выбором фильтра будет показан список олимпиад с ссылками на их основные сайты (для дальнейшего просмотра пользователем). Это банально экономит время. А после участия можно будет сохранить свои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404279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16448-B092-3280-86A1-57973EA8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A4A4A2-5128-3519-EFB7-88A49985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4CCE4E-4A1F-3981-9912-92341B2E7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0972C-24A6-738F-5AA7-6B1A6C627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9E6D8C2B-2AC4-8CFD-F372-5064B3D4F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3799E811-6768-6FDC-8D36-94929DBB6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30F77F4-DA5C-B930-AB34-9D4B47C8E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0E79A9-E73C-ADDE-1AFF-9B057728E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9597A-CC1A-7DF4-4001-C9F0AAFA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09" y="231112"/>
            <a:ext cx="11784539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</a:rPr>
              <a:t>Где? Где вы собираетесь реализовывать и продавать ваше изделие?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4107C6-4128-8FC5-71BB-077DCD748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C2955-0830-7762-44C0-ABD9181D9431}"/>
              </a:ext>
            </a:extLst>
          </p:cNvPr>
          <p:cNvSpPr txBox="1"/>
          <p:nvPr/>
        </p:nvSpPr>
        <p:spPr>
          <a:xfrm>
            <a:off x="258109" y="1943285"/>
            <a:ext cx="116757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Я собираюсь реализовать проект в виде отдельной вкладки на новом сайте Центра Талантов Кемерово (если всё будет нормально работать и руководство Центра Талантов допустят до этой стадии). На данный момент планируется тестирования на своём сайте и только потом бесплатное тестирование на новом сайте Центром Талантов Кемерово, дальнейшее продвижение проекта будет продуманно после удачного тестирования. Продажа продукта будет на сайте, на котором будет первое тестирование, в формате подписки, как для обычных пользователей, так и для образовательных учреждений (</a:t>
            </a:r>
            <a:r>
              <a:rPr lang="ru-RU" sz="24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Freemium</a:t>
            </a:r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– для Центра Талантов Кемерово; Premium – для учеников и преподавателей образовательного учреждения, купившего соответственную подписку; Стандартная подписка – для обычных пользователей).</a:t>
            </a:r>
          </a:p>
        </p:txBody>
      </p:sp>
    </p:spTree>
    <p:extLst>
      <p:ext uri="{BB962C8B-B14F-4D97-AF65-F5344CB8AC3E}">
        <p14:creationId xmlns:p14="http://schemas.microsoft.com/office/powerpoint/2010/main" val="1826583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B51C7-05FF-F698-8356-BCDF803E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E2073B2-05E8-D4D2-E8DD-ACC170DDE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49CEF-1A76-4801-1953-6F3C3FB2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1CDC0F-F71A-261C-811B-E7D9761EB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30D2D7E2-42DC-A155-63F0-901525925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B51BC2C7-E075-F82F-7441-86CA5EE4A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2D9DA886-76A4-5388-9698-28CE3C246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5D5A4E2-829C-6F8D-7709-1865BEAD0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E032B-1BF9-E046-7FE3-3025FBFA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5" y="308488"/>
            <a:ext cx="11905487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</a:rPr>
              <a:t>Когда? Будет ли сезонность выпуска продукта? Когда вы сможете продавать ваш продукт? Ситуация, которая приведёт к покупке?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D998A5-33FA-DEDF-521D-80AD3D80D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B69C1-F339-C2B3-9720-5DBB5F1194D9}"/>
              </a:ext>
            </a:extLst>
          </p:cNvPr>
          <p:cNvSpPr txBox="1"/>
          <p:nvPr/>
        </p:nvSpPr>
        <p:spPr>
          <a:xfrm>
            <a:off x="143255" y="2367383"/>
            <a:ext cx="120935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Для работы проекта сезонности нет. Но нагрузка и частота использования целиком зависят от олимпиад. Пик по используемости и нагрузке - сентябрь-декабрь (все массово ищут олимпиады для участия). Второй пик - это март-май (все массово сохраняют результаты).А январь-февраль и июнь-август - это периоды </a:t>
            </a:r>
            <a:r>
              <a:rPr lang="ru-RU" sz="24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техобслужевания</a:t>
            </a:r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. Ситуация, которая приведёт к покупке - автоматизации поиска олимпиад (банально экономит время) и сохранение результатов (ты не потеряешь свои достижения, сейчас потерял бумажку – и всё ☹). </a:t>
            </a:r>
          </a:p>
        </p:txBody>
      </p:sp>
    </p:spTree>
    <p:extLst>
      <p:ext uri="{BB962C8B-B14F-4D97-AF65-F5344CB8AC3E}">
        <p14:creationId xmlns:p14="http://schemas.microsoft.com/office/powerpoint/2010/main" val="117058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13B7B-CD7E-ECDD-B08F-833BEBB7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4F0AA6-1C07-B041-867E-6496A4A54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71D6F0-F52F-E303-0410-F43869B00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A2AFBB-9BF3-0090-5E12-AD6DDCF36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96E2D416-E87C-DA02-25F9-B35568508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EFFA12FD-248A-6377-0FD6-AF0E0A5AE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5578D055-2041-AB90-A241-8FCE88EE2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87CF1C-CBCA-6892-09A4-2038D8164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006DA-60B2-E5F0-1382-69C6ECDBF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743" y="231112"/>
            <a:ext cx="9593269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Кто? Кто будет покупать? Целевая аудитория?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78CA1F-8525-4D78-1C1F-16D986A89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025F7-999C-2174-605C-83ADDFF74549}"/>
              </a:ext>
            </a:extLst>
          </p:cNvPr>
          <p:cNvSpPr txBox="1"/>
          <p:nvPr/>
        </p:nvSpPr>
        <p:spPr>
          <a:xfrm>
            <a:off x="270961" y="2122206"/>
            <a:ext cx="116757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Целевой аудиторией являются образовательные учреждения (на данный момент и в первую очередь Центр Талантов Кемерово), в дальнейшем будет продуманна система для продвижения на массовую аудиторию. Образовательные учреждения будут покупать продукт из-за автоматизации поиска всех проводимых (и прошедших) олимпиад, ссылки на их основные сайты для более конкретного изучения (банально экономит время) и сохранение результатов учеников. Это посредствует повышению качества образования, улучшению репутации, привлечению финансирования, развитию инфраструктуры и программ, мотивации преподавателей и учеников.</a:t>
            </a:r>
          </a:p>
        </p:txBody>
      </p:sp>
    </p:spTree>
    <p:extLst>
      <p:ext uri="{BB962C8B-B14F-4D97-AF65-F5344CB8AC3E}">
        <p14:creationId xmlns:p14="http://schemas.microsoft.com/office/powerpoint/2010/main" val="1297491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4A87C-958A-987A-ED12-1B1EDD4B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2367E4-8689-CE50-77B3-C52E0BB39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344743-B375-05C4-2EBA-1222BF5C9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1B8B23-A62D-8D97-FD77-C7EF4B834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D4D4A70-AF20-0970-AC7E-BB8FD7D74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C612676E-0C94-0F13-E04E-589AA0B93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926EF8BC-613F-E989-5976-5F1D6793D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C43068-98B0-BE04-F248-BD514E11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6B79C-C6CA-EEFD-114E-1DF507D3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599" y="446994"/>
            <a:ext cx="9593269" cy="8787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Какая бизнес-модель (b2b, b2g, b2c)?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CFDFB0-4C10-48F0-763F-D17E0CB3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C7E00-F855-79A9-4E1E-2CAC336C1FD3}"/>
              </a:ext>
            </a:extLst>
          </p:cNvPr>
          <p:cNvSpPr txBox="1"/>
          <p:nvPr/>
        </p:nvSpPr>
        <p:spPr>
          <a:xfrm>
            <a:off x="258109" y="1943285"/>
            <a:ext cx="116757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На данный момент – это b2b, т.к. проект будет находиться в стадии тестирования на новом сайте Центром Талантов Кемерово. Соответственно он направлен на продвижение по другим Центрам Талантов, что является сотрудничеством с Фондом Мельниченко и по его рекомендации будет возможно расширение на другие образовательные учреждения. В дальнейшем можно продвигать проект в модели b2c, для массового распространения (с помощью стандартных подписок). И в модели b2g, для сотрудничества с государством и возможным продвижением на иностранные рынки (с помощью Premium подписки).</a:t>
            </a:r>
          </a:p>
        </p:txBody>
      </p:sp>
    </p:spTree>
    <p:extLst>
      <p:ext uri="{BB962C8B-B14F-4D97-AF65-F5344CB8AC3E}">
        <p14:creationId xmlns:p14="http://schemas.microsoft.com/office/powerpoint/2010/main" val="134846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0BC86-AAB2-5DAE-5209-F1EBE110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683" y="2929812"/>
            <a:ext cx="9647852" cy="10425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Спасибо за внимание!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253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675</Words>
  <Application>Microsoft Office PowerPoint</Application>
  <PresentationFormat>Широкоэкранный</PresentationFormat>
  <Paragraphs>25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Mona Sans VF</vt:lpstr>
      <vt:lpstr>Тема Office</vt:lpstr>
      <vt:lpstr>SSOR  (Searching and storing Olympiad results)</vt:lpstr>
      <vt:lpstr>Что? Что вы собираетесь делать? </vt:lpstr>
      <vt:lpstr>Зачем? \ почему? Зачем этот продукт или изделие будут покупать? Какую пользу оно может дать</vt:lpstr>
      <vt:lpstr>Где? Где вы собираетесь реализовывать и продавать ваше изделие?</vt:lpstr>
      <vt:lpstr>Когда? Будет ли сезонность выпуска продукта? Когда вы сможете продавать ваш продукт? Ситуация, которая приведёт к покупке?</vt:lpstr>
      <vt:lpstr>Кто? Кто будет покупать? Целевая аудитория?</vt:lpstr>
      <vt:lpstr>Какая бизнес-модель (b2b, b2g, b2c)?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Unicum_Student</dc:creator>
  <cp:lastModifiedBy>Natalia</cp:lastModifiedBy>
  <cp:revision>3</cp:revision>
  <dcterms:created xsi:type="dcterms:W3CDTF">2026-03-21T05:47:01Z</dcterms:created>
  <dcterms:modified xsi:type="dcterms:W3CDTF">2026-03-29T08:53:10Z</dcterms:modified>
</cp:coreProperties>
</file>