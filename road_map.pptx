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3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84DB1-1E02-441C-A405-11A23A51C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4A5DC8-743A-CE73-106A-2F0DA45C3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9A5BD9-A95C-A0CF-A8E5-4AEDD5B4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BB9D09-5A18-12CD-8811-BD11BA1A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873EC3-0AEE-494D-FA59-D4BDE24C5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98E12-4E0F-A9BA-6B10-EE1010F4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41A355-81E1-DED4-9E29-51AD35E98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398CB2-5AFC-C096-1804-740E6A6E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0C0191-48D0-8808-EFB7-46FFAC29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37520-A8E7-4737-7EC5-F7E3E30A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75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CEA72-DCE6-C50C-FB89-9C367A373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A19751-300A-FB9A-02B8-688391EDD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BA677D-2B8D-B5FE-9E29-13C901E0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7CB21F-6F03-9DE0-0F97-4DADC701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C97BF2-B03E-201D-8874-CDE1174E0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088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23182-5389-AD59-5F4C-CD102437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136131-2F9D-7684-AA57-31663CA3C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243A99-A1B1-7E0A-10F2-11F619D33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EBF496-25B4-CF3E-7848-F31331C9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FB75D6-9F91-8D1C-1CD7-7CC6D49F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369E84-6F83-65D2-31B0-B19974AC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13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0E5B7-D5E5-6663-29DE-0C549623F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059FC4-3BA1-AF56-379C-3DDE4C4F6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C5D59B-0DC7-2337-7196-74CC3B345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BBD9BC-5082-AC2C-0A83-705AC8D75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E1D9D8-C7A4-1600-DCFE-047F4A8ED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16057CC-2BC9-F6E8-0FF0-6AB735A9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C72AB1-5C98-70C9-FED1-D645FD27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252A831-1A8A-12A5-B269-D4BC66B4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74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41ACC-DD60-406B-4D52-809BB39F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C810F61-0E91-2766-EEEE-77C925A71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033E5D-55CB-99FF-F11C-4A14D10C7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7BC47-4E17-9741-89BB-FC4CF074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952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20DDBA-FE57-7BEA-19A4-4811CBE5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39396A-71CF-3B13-5A04-1BBE0CC9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71626D-3E1A-7872-DB28-0B523332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11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1B23C-37C9-F8EC-6454-C23CB2C3F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8392EA-FC87-5C47-822A-60A494CA2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3FA7F5-7D81-EDDD-2CB6-C58ED625B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D2438A-1A3C-D0F8-0668-F78BB20E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A6C10-2EA3-A43F-AE86-338CF9196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629FCE-4336-6604-AF6B-6931BB3D5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1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D19995-579F-5323-6397-9CD1247B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8BA7B3D-30C3-3E1D-98BE-C2A358F33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311722-F4F7-74EB-7EE1-BFF328661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3528C4-924F-CC23-3875-D173A1335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B08AAC-01AC-CDB5-CBBE-B13305F8B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C324AF-6419-602F-29BB-D2D05194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72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25DA2-AA4C-F1FA-C044-6325CC33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4DC13C-C2F5-75B8-2E78-5E4919353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F7851D-536D-2833-1081-0A7AF00DB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83B27A-32AF-F07D-843D-947274FA2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FE2D1A-E7D1-E0A8-670E-713E7E5E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746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9B4CDA3-775C-9E0F-3F7F-167C5200E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DE8252-E639-72C2-0590-CB17D9074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319BEE-B852-2EC7-4BE2-4D93EA59B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7DCA6E-D7DA-C362-2115-23659C6F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B51F2A-0F92-5C92-DA02-C1A82A27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44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F2892-D342-2E81-2191-693B72EE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2A08E9-D6A5-86D2-583B-6C81FE18E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13D069-E5E5-2D07-BA65-D5A98D497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BD6F2-2B07-4D8E-B07C-3AF45A09D52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9F8467-2C65-1A9E-599A-C7D5F204D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185416-B8E7-A8A9-76EA-1528A91CE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1D35E-E489-4FDA-A182-6BA0848F10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72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D1992EF-27FF-F5C6-5CBA-4CC760F91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534815"/>
              </p:ext>
            </p:extLst>
          </p:nvPr>
        </p:nvGraphicFramePr>
        <p:xfrm>
          <a:off x="0" y="0"/>
          <a:ext cx="12192000" cy="6858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62089603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29806055"/>
                    </a:ext>
                  </a:extLst>
                </a:gridCol>
              </a:tblGrid>
              <a:tr h="1157288">
                <a:tc>
                  <a:txBody>
                    <a:bodyPr/>
                    <a:lstStyle/>
                    <a:p>
                      <a:pPr algn="ctr"/>
                      <a:r>
                        <a:rPr lang="ru-RU" sz="4800" b="1" i="0" u="sng" dirty="0"/>
                        <a:t>НЕДЕЛИ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800" b="1" u="sng" dirty="0"/>
                        <a:t>ДЕЙСТВИЯ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449233"/>
                  </a:ext>
                </a:extLst>
              </a:tr>
              <a:tr h="1071562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Окончательный выбор проекта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489079"/>
                  </a:ext>
                </a:extLst>
              </a:tr>
              <a:tr h="1157288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Выставление задач, презентация проекта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499119"/>
                  </a:ext>
                </a:extLst>
              </a:tr>
              <a:tr h="1157288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Выбор библиотек, кода, полное описание проекта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061816"/>
                  </a:ext>
                </a:extLst>
              </a:tr>
              <a:tr h="1157288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Создание примерного кода, корректировка описания проекта 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77954"/>
                  </a:ext>
                </a:extLst>
              </a:tr>
              <a:tr h="1157288">
                <a:tc>
                  <a:txBody>
                    <a:bodyPr/>
                    <a:lstStyle/>
                    <a:p>
                      <a:pPr algn="ctr"/>
                      <a:r>
                        <a:rPr lang="ru-RU" sz="4400" b="1" dirty="0"/>
                        <a:t>7-11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Улучшение кода  до стадии готовности к презентации и корректировка описания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174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6393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40</Words>
  <Application>Microsoft Office PowerPoint</Application>
  <PresentationFormat>Широкоэкранный</PresentationFormat>
  <Paragraphs>12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Natalia</dc:creator>
  <cp:lastModifiedBy>Natalia</cp:lastModifiedBy>
  <cp:revision>1</cp:revision>
  <dcterms:created xsi:type="dcterms:W3CDTF">2026-03-04T11:31:47Z</dcterms:created>
  <dcterms:modified xsi:type="dcterms:W3CDTF">2026-03-04T11:59:10Z</dcterms:modified>
</cp:coreProperties>
</file>